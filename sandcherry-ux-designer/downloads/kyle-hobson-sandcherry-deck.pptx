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1bae7f003a4683" /><Relationship Type="http://schemas.openxmlformats.org/officeDocument/2006/relationships/extended-properties" Target="/docProps/app.xml" Id="Ra3c658026dec4308" /><Relationship Type="http://schemas.openxmlformats.org/officeDocument/2006/relationships/officeDocument" Target="/ppt/presentation.xml" Id="R6e945c204d65449f" /></Relationships>
</file>

<file path=ppt/presentation.xml><?xml version="1.0" encoding="utf-8"?>
<p:presentation xmlns:p="http://schemas.openxmlformats.org/presentationml/2006/main">
  <p:sldMasterIdLst>
    <p:sldMasterId xmlns:r="http://schemas.openxmlformats.org/officeDocument/2006/relationships" id="2147483648" r:id="R4875327122b847e7"/>
  </p:sldMasterIdLst>
  <p:notesMasterIdLst>
    <p:notesMasterId xmlns:r="http://schemas.openxmlformats.org/officeDocument/2006/relationships" r:id="R60213d7ae85d4d43"/>
  </p:notesMasterIdLst>
  <p:sldIdLst>
    <p:sldId xmlns:r="http://schemas.openxmlformats.org/officeDocument/2006/relationships" id="256" r:id="R46ed01e6814648ad"/>
    <p:sldId xmlns:r="http://schemas.openxmlformats.org/officeDocument/2006/relationships" id="257" r:id="R457baba7e69942b6"/>
    <p:sldId xmlns:r="http://schemas.openxmlformats.org/officeDocument/2006/relationships" id="258" r:id="R5805c94607614cb4"/>
    <p:sldId xmlns:r="http://schemas.openxmlformats.org/officeDocument/2006/relationships" id="259" r:id="Rdbc02cc2588544f8"/>
    <p:sldId xmlns:r="http://schemas.openxmlformats.org/officeDocument/2006/relationships" id="260" r:id="R404c638d9f3e40b7"/>
    <p:sldId xmlns:r="http://schemas.openxmlformats.org/officeDocument/2006/relationships" id="261" r:id="Rcfc34e64f0344ae9"/>
    <p:sldId xmlns:r="http://schemas.openxmlformats.org/officeDocument/2006/relationships" id="262" r:id="Rcb36d317cce14e6b"/>
    <p:sldId xmlns:r="http://schemas.openxmlformats.org/officeDocument/2006/relationships" id="263" r:id="Rbee7f1687e02498d"/>
    <p:sldId xmlns:r="http://schemas.openxmlformats.org/officeDocument/2006/relationships" id="264" r:id="Rbf18644300f64108"/>
    <p:sldId xmlns:r="http://schemas.openxmlformats.org/officeDocument/2006/relationships" id="265" r:id="R7f282adf27174c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7b16a9b4c14ce5" /><Relationship Type="http://schemas.openxmlformats.org/officeDocument/2006/relationships/slideMaster" Target="/ppt/slideMasters/slideMaster1.xml" Id="R4875327122b847e7" /><Relationship Type="http://schemas.openxmlformats.org/officeDocument/2006/relationships/notesMaster" Target="/ppt/notesMasters/notesMaster1.xml" Id="R60213d7ae85d4d43" /><Relationship Type="http://schemas.openxmlformats.org/officeDocument/2006/relationships/presProps" Target="/ppt/presProps.xml" Id="Rb592e97fff3f4bab" /><Relationship Type="http://schemas.openxmlformats.org/officeDocument/2006/relationships/tableStyles" Target="/ppt/tableStyles.xml" Id="R4fd1ee7fe5b447e9" /><Relationship Type="http://schemas.openxmlformats.org/officeDocument/2006/relationships/slide" Target="/ppt/slides/slide1.xml" Id="R46ed01e6814648ad" /><Relationship Type="http://schemas.openxmlformats.org/officeDocument/2006/relationships/slide" Target="/ppt/slides/slide2.xml" Id="R457baba7e69942b6" /><Relationship Type="http://schemas.openxmlformats.org/officeDocument/2006/relationships/slide" Target="/ppt/slides/slide3.xml" Id="R5805c94607614cb4" /><Relationship Type="http://schemas.openxmlformats.org/officeDocument/2006/relationships/slide" Target="/ppt/slides/slide4.xml" Id="Rdbc02cc2588544f8" /><Relationship Type="http://schemas.openxmlformats.org/officeDocument/2006/relationships/slide" Target="/ppt/slides/slide5.xml" Id="R404c638d9f3e40b7" /><Relationship Type="http://schemas.openxmlformats.org/officeDocument/2006/relationships/slide" Target="/ppt/slides/slide6.xml" Id="Rcfc34e64f0344ae9" /><Relationship Type="http://schemas.openxmlformats.org/officeDocument/2006/relationships/slide" Target="/ppt/slides/slide7.xml" Id="Rcb36d317cce14e6b" /><Relationship Type="http://schemas.openxmlformats.org/officeDocument/2006/relationships/slide" Target="/ppt/slides/slide8.xml" Id="Rbee7f1687e02498d" /><Relationship Type="http://schemas.openxmlformats.org/officeDocument/2006/relationships/slide" Target="/ppt/slides/slide9.xml" Id="Rbf18644300f64108" /><Relationship Type="http://schemas.openxmlformats.org/officeDocument/2006/relationships/slide" Target="/ppt/slides/slide10.xml" Id="R7f282adf27174c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12b3b20c5045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75a129dee74e8f" /><Relationship Type="http://schemas.openxmlformats.org/officeDocument/2006/relationships/notesMaster" Target="/ppt/notesMasters/notesMaster1.xml" Id="R8686062d00ba48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98e2dec9974be5" /><Relationship Type="http://schemas.openxmlformats.org/officeDocument/2006/relationships/notesMaster" Target="/ppt/notesMasters/notesMaster1.xml" Id="R6695c6e606fb4f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aeafdfde414d47" /><Relationship Type="http://schemas.openxmlformats.org/officeDocument/2006/relationships/notesMaster" Target="/ppt/notesMasters/notesMaster1.xml" Id="R73a8d502ef1249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1a8e09824b4252" /><Relationship Type="http://schemas.openxmlformats.org/officeDocument/2006/relationships/notesMaster" Target="/ppt/notesMasters/notesMaster1.xml" Id="R21fe93db723346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a244439c304d0b" /><Relationship Type="http://schemas.openxmlformats.org/officeDocument/2006/relationships/notesMaster" Target="/ppt/notesMasters/notesMaster1.xml" Id="R34f464b4977e43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900f3c26964b60" /><Relationship Type="http://schemas.openxmlformats.org/officeDocument/2006/relationships/notesMaster" Target="/ppt/notesMasters/notesMaster1.xml" Id="Reeca79796dd843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57dd4bf3cb43a8" /><Relationship Type="http://schemas.openxmlformats.org/officeDocument/2006/relationships/notesMaster" Target="/ppt/notesMasters/notesMaster1.xml" Id="Rc5ceafd0f6ae4d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a212553ddb4247" /><Relationship Type="http://schemas.openxmlformats.org/officeDocument/2006/relationships/notesMaster" Target="/ppt/notesMasters/notesMaster1.xml" Id="Rf36ab79a538b49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d9a8a3cde44097" /><Relationship Type="http://schemas.openxmlformats.org/officeDocument/2006/relationships/notesMaster" Target="/ppt/notesMasters/notesMaster1.xml" Id="Refd79f87a9cf45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3b0995e4a0407a" /><Relationship Type="http://schemas.openxmlformats.org/officeDocument/2006/relationships/notesMaster" Target="/ppt/notesMasters/notesMaster1.xml" Id="Rba3fe52f2e8c42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Sand Cherry Associates — UX Designer, Digital Design, https://apply.workable.com/sand-cherry-associates-1/j/363B2ED538/ . Prior FactorLab, Oak AI and Coursera work demonstrates interaction design, visual communication and teaching. No previous Sand Cherry client work is claimed. Decorative canonical cover artwork is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canonical design.json.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Flint original loading state and canonical design case waiting decision. This is a design exploration and discussion of constraints, not a measured wait-time reduction or evidence of a shipped animation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commercial campaign,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based on the Sand Cherry Associates UX Designer, Digital Design description, https://apply.workable.com/sand-cherry-associates-1/j/363B2ED538/ . The client and domain are not identified. This is not prior Sand Cherry work, a diagnosed defect or a promised commercial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for Sand Cherry Associates UX Designer, Digital Design. Kyle has six years of Figma experience and reviewed bachelors degrees in Technical Communication and Electronic Media, plus an MS User Experience. Experience combines UX research, hands-on interface work and creative instruction. Coursera teaching is adjacent to commercial campaign production. Broad Adobe proficiency, inflated design tenure and commercial performance metrics are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3659cb7d0343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dfa34943f74c3e" /><Relationship Type="http://schemas.openxmlformats.org/officeDocument/2006/relationships/slideLayout" Target="/ppt/slideLayouts/slideLayout1.xml" Id="Rb2992dbcde4e41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992dbcde4e41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6a9e3b951b4f06" /><Relationship Type="http://schemas.openxmlformats.org/officeDocument/2006/relationships/image" Target="/ppt/media/image.png" Id="R11960b17726d4a35" /><Relationship Type="http://schemas.openxmlformats.org/officeDocument/2006/relationships/notesSlide" Target="/ppt/notesSlides/notesSlide1.xml" Id="R1e1b15e9004f4f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0978a0ef6b4079" /><Relationship Type="http://schemas.openxmlformats.org/officeDocument/2006/relationships/image" Target="/ppt/media/image2.png" Id="Refaf5051f42b4fe9" /><Relationship Type="http://schemas.openxmlformats.org/officeDocument/2006/relationships/notesSlide" Target="/ppt/notesSlides/notesSlide2.xml" Id="R5462d0fa9a4f4f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84213728c74c8d" /><Relationship Type="http://schemas.openxmlformats.org/officeDocument/2006/relationships/image" Target="/ppt/media/image3.png" Id="R894b145451884626" /><Relationship Type="http://schemas.openxmlformats.org/officeDocument/2006/relationships/notesSlide" Target="/ppt/notesSlides/notesSlide3.xml" Id="R0c0ed3fa65c946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8783d31ed64e71" /><Relationship Type="http://schemas.openxmlformats.org/officeDocument/2006/relationships/image" Target="/ppt/media/image4.png" Id="Rcf6058126eba4ca9" /><Relationship Type="http://schemas.openxmlformats.org/officeDocument/2006/relationships/image" Target="/ppt/media/image5.png" Id="Rf6ded63682c1468d" /><Relationship Type="http://schemas.openxmlformats.org/officeDocument/2006/relationships/notesSlide" Target="/ppt/notesSlides/notesSlide4.xml" Id="R72c5351d37fc4d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2944e103d849c8" /><Relationship Type="http://schemas.openxmlformats.org/officeDocument/2006/relationships/image" Target="/ppt/media/image6.png" Id="Rc6e5b49011e74660" /><Relationship Type="http://schemas.openxmlformats.org/officeDocument/2006/relationships/notesSlide" Target="/ppt/notesSlides/notesSlide5.xml" Id="Rce5101673ee74f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e429ef0c1944ff" /><Relationship Type="http://schemas.openxmlformats.org/officeDocument/2006/relationships/image" Target="/ppt/media/image7.png" Id="R22d331e64e7846f3" /><Relationship Type="http://schemas.openxmlformats.org/officeDocument/2006/relationships/notesSlide" Target="/ppt/notesSlides/notesSlide6.xml" Id="Rd279f300a91b41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fe34b9dd2748c4" /><Relationship Type="http://schemas.openxmlformats.org/officeDocument/2006/relationships/image" Target="/ppt/media/image8.png" Id="Re59ed51688b541c5" /><Relationship Type="http://schemas.openxmlformats.org/officeDocument/2006/relationships/image" Target="/ppt/media/image9.png" Id="R598f7b0e1e4f47db" /><Relationship Type="http://schemas.openxmlformats.org/officeDocument/2006/relationships/image" Target="/ppt/media/image10.png" Id="R8f028f9d58ee4538" /><Relationship Type="http://schemas.openxmlformats.org/officeDocument/2006/relationships/notesSlide" Target="/ppt/notesSlides/notesSlide7.xml" Id="R118886aa4ea64c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d67e5cc2b4473b" /><Relationship Type="http://schemas.openxmlformats.org/officeDocument/2006/relationships/image" Target="/ppt/media/image11.png" Id="R5bd189846eaa47f1" /><Relationship Type="http://schemas.openxmlformats.org/officeDocument/2006/relationships/notesSlide" Target="/ppt/notesSlides/notesSlide8.xml" Id="R4c5a142543ef41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3802a557ee4f48" /><Relationship Type="http://schemas.openxmlformats.org/officeDocument/2006/relationships/notesSlide" Target="/ppt/notesSlides/notesSlide9.xml" Id="Rdef3c3934dbe46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d3a27f2e414002" /><Relationship Type="http://schemas.openxmlformats.org/officeDocument/2006/relationships/hyperlink" Target="mailto:JonathanKyleHobson@gmail.com" TargetMode="External" Id="Rafccf98162194874" /><Relationship Type="http://schemas.openxmlformats.org/officeDocument/2006/relationships/hyperlink" Target="https://jonathankhobson.github.io/application-portfolios/sandcherry-ux-designer/" TargetMode="External" Id="Rdcd40e93fd2b4424" /><Relationship Type="http://schemas.openxmlformats.org/officeDocument/2006/relationships/notesSlide" Target="/ppt/notesSlides/notesSlide10.xml" Id="R8b9ca102f5d84337"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960b17726d4a35"/>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D183BCEC-2E48-429A-9A48-0EF3D7D5351B}"/>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SAND CHERRY ASSOCIATES · UX &amp; DIGITAL DESIGN</a:t>
            </a:r>
          </a:p>
        </p:txBody>
      </p:sp>
      <p:sp>
        <p:nvSpPr>
          <p:cNvPr id="3" name="headline">
            <a:extLst xmlns:a="http://schemas.openxmlformats.org/drawingml/2006/main">
              <a:ext uri="{FF2B5EF4-FFF2-40B4-BE49-F238E27FC236}">
                <a16:creationId xmlns:a16="http://schemas.microsoft.com/office/drawing/2014/main" id="{D7F8F53C-84B7-49E7-B860-6E407729B692}"/>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Clear interactions.</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Considered visual decisions.</a:t>
            </a:r>
          </a:p>
        </p:txBody>
      </p:sp>
      <p:sp>
        <p:nvSpPr>
          <p:cNvPr id="4" name="cover-intro">
            <a:extLst xmlns:a="http://schemas.openxmlformats.org/drawingml/2006/main">
              <a:ext uri="{FF2B5EF4-FFF2-40B4-BE49-F238E27FC236}">
                <a16:creationId xmlns:a16="http://schemas.microsoft.com/office/drawing/2014/main" id="{694916F2-D6B3-4C7A-8747-823995619129}"/>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Mobile and web design, visual communication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creative instruction.</a:t>
            </a:r>
          </a:p>
        </p:txBody>
      </p:sp>
      <p:sp>
        <p:nvSpPr>
          <p:cNvPr id="5" name="cover-role">
            <a:extLst xmlns:a="http://schemas.openxmlformats.org/drawingml/2006/main">
              <a:ext uri="{FF2B5EF4-FFF2-40B4-BE49-F238E27FC236}">
                <a16:creationId xmlns:a16="http://schemas.microsoft.com/office/drawing/2014/main" id="{205E5157-CC91-4532-B2D5-E25758C6B14C}"/>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UX Designer, Digital Design · September 2026</a:t>
            </a:r>
          </a:p>
        </p:txBody>
      </p:sp>
      <p:sp>
        <p:nvSpPr>
          <p:cNvPr id="6" name="slide-number">
            <a:extLst xmlns:a="http://schemas.openxmlformats.org/drawingml/2006/main">
              <a:ext uri="{FF2B5EF4-FFF2-40B4-BE49-F238E27FC236}">
                <a16:creationId xmlns:a16="http://schemas.microsoft.com/office/drawing/2014/main" id="{0FDE6AF5-31C5-4C50-B1A1-3405A6219F1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57955490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95CE983-75FB-4BA6-BF80-625D9B30D82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2025–2026</a:t>
            </a:r>
          </a:p>
        </p:txBody>
      </p:sp>
      <p:sp>
        <p:nvSpPr>
          <p:cNvPr id="2" name="headline">
            <a:extLst xmlns:a="http://schemas.openxmlformats.org/drawingml/2006/main">
              <a:ext uri="{FF2B5EF4-FFF2-40B4-BE49-F238E27FC236}">
                <a16:creationId xmlns:a16="http://schemas.microsoft.com/office/drawing/2014/main" id="{360DB14A-D79F-4C23-8230-96E3E908046D}"/>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first question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easier to ask</a:t>
            </a:r>
          </a:p>
        </p:txBody>
      </p:sp>
      <p:sp>
        <p:nvSpPr>
          <p:cNvPr id="3" name="entry-decision">
            <a:extLst xmlns:a="http://schemas.openxmlformats.org/drawingml/2006/main">
              <a:ext uri="{FF2B5EF4-FFF2-40B4-BE49-F238E27FC236}">
                <a16:creationId xmlns:a16="http://schemas.microsoft.com/office/drawing/2014/main" id="{565934D5-88E8-4AC2-8385-4938C412012C}"/>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C0C29610-011A-4DE9-B9FA-B590E66465D0}"/>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faf5051f42b4fe9"/>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D6D99AB6-DDD5-4E36-BE59-356B6E29DF3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01431180"/>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3C90F54-1ECD-434D-9476-2946F73D434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RESPONSE IN PROGRESS</a:t>
            </a:r>
          </a:p>
        </p:txBody>
      </p:sp>
      <p:sp>
        <p:nvSpPr>
          <p:cNvPr id="2" name="headline">
            <a:extLst xmlns:a="http://schemas.openxmlformats.org/drawingml/2006/main">
              <a:ext uri="{FF2B5EF4-FFF2-40B4-BE49-F238E27FC236}">
                <a16:creationId xmlns:a16="http://schemas.microsoft.com/office/drawing/2014/main" id="{046803F6-07BF-40E6-9F04-BA271599A35D}"/>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Keep the request visible</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while it runs</a:t>
            </a:r>
          </a:p>
        </p:txBody>
      </p:sp>
      <p:sp>
        <p:nvSpPr>
          <p:cNvPr id="3" name="waiting-need">
            <a:extLst xmlns:a="http://schemas.openxmlformats.org/drawingml/2006/main">
              <a:ext uri="{FF2B5EF4-FFF2-40B4-BE49-F238E27FC236}">
                <a16:creationId xmlns:a16="http://schemas.microsoft.com/office/drawing/2014/main" id="{64ADD9BA-26EE-4564-95EA-E3EFE697BEF6}"/>
              </a:ext>
            </a:extLst>
          </p:cNvPr>
          <p:cNvSpPr>
            <a:spLocks xmlns:a="http://schemas.openxmlformats.org/drawingml/2006/main" noGrp="1"/>
          </p:cNvSpPr>
          <p:nvPr/>
        </p:nvSpPr>
        <p:spPr>
          <a:xfrm xmlns:a="http://schemas.openxmlformats.org/drawingml/2006/main">
            <a:off x="609600" y="3152775"/>
            <a:ext cx="58864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conversation needed to show that a request was still in progress, without making a new result appear before it existed.</a:t>
            </a:r>
          </a:p>
        </p:txBody>
      </p:sp>
      <p:sp>
        <p:nvSpPr>
          <p:cNvPr id="4" name="waiting-scope">
            <a:extLst xmlns:a="http://schemas.openxmlformats.org/drawingml/2006/main">
              <a:ext uri="{FF2B5EF4-FFF2-40B4-BE49-F238E27FC236}">
                <a16:creationId xmlns:a16="http://schemas.microsoft.com/office/drawing/2014/main" id="{CB6E058D-327C-4BD9-B6BD-4452CBD657DD}"/>
              </a:ext>
            </a:extLst>
          </p:cNvPr>
          <p:cNvSpPr>
            <a:spLocks xmlns:a="http://schemas.openxmlformats.org/drawingml/2006/main" noGrp="1"/>
          </p:cNvSpPr>
          <p:nvPr/>
        </p:nvSpPr>
        <p:spPr>
          <a:xfrm xmlns:a="http://schemas.openxmlformats.org/drawingml/2006/main">
            <a:off x="609600" y="5086350"/>
            <a:ext cx="58864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waiting feedback within the existing conversation and worked through animation constraints with the product lead.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94b145451884626"/>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DA3CE839-AD13-4729-A452-047C5BF669B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04819676"/>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34E82056-CDED-459A-8A49-6C34307A2A3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AE56C36F-109E-406A-B26A-EE46DAEEEECF}"/>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8B90C7BD-7851-411F-92EE-23D43D5BB77C}"/>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7DEB6534-0FDF-44A5-A327-BAABF9344749}"/>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BF563F53-33C1-4444-A54D-5B157B9D8F28}"/>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EB193EE5-0F8C-47AC-AC6D-6D49D2D252A4}"/>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f6058126eba4ca9"/>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6ded63682c1468d"/>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CF154415-AB7C-431A-AB12-0AEE7CC9B88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30886637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CBB1D99-A614-499E-859B-583964317A2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0C53D6F1-4C6F-47A9-ABAC-B4E4EA42E179}"/>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5BF1AD36-4BA2-49C8-B3FA-2F122468EB01}"/>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EE1EAF7F-B007-4AEE-84E6-BB684072B74F}"/>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6e5b49011e74660"/>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BD169E8C-8B7B-49B2-B011-A2D80A200BB4}"/>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F00A5FA8-8738-45E3-AEDF-B013B37EBBD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76563878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CE3F706-3D86-4340-B6AF-CAB5BD162C2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3459D1D6-FCA6-4CF1-8B1D-6F452078ED5A}"/>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Turn a broad request</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into a specific revision</a:t>
            </a:r>
          </a:p>
        </p:txBody>
      </p:sp>
      <p:sp>
        <p:nvSpPr>
          <p:cNvPr id="3" name="revision-need">
            <a:extLst xmlns:a="http://schemas.openxmlformats.org/drawingml/2006/main">
              <a:ext uri="{FF2B5EF4-FFF2-40B4-BE49-F238E27FC236}">
                <a16:creationId xmlns:a16="http://schemas.microsoft.com/office/drawing/2014/main" id="{3B3301D0-BB3F-4CB5-A19B-6227B9060E15}"/>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 familiar café example gave beginners a draft to inspect and an instruction to change.</a:t>
            </a:r>
          </a:p>
        </p:txBody>
      </p:sp>
      <p:sp>
        <p:nvSpPr>
          <p:cNvPr id="4" name="revision-check">
            <a:extLst xmlns:a="http://schemas.openxmlformats.org/drawingml/2006/main">
              <a:ext uri="{FF2B5EF4-FFF2-40B4-BE49-F238E27FC236}">
                <a16:creationId xmlns:a16="http://schemas.microsoft.com/office/drawing/2014/main" id="{D84A78F1-05DF-4D2D-B34A-B23757B4BAA0}"/>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2d331e64e7846f3"/>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D77DAA7D-6BA9-433C-B30F-EAAD28FD3005}"/>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770B481A-30C2-48B1-8F96-EB9A6E227AF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305259099"/>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E6A85325-4FF0-4A54-8E1E-513CE7AD6FD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FB5369DF-A2A6-4A6C-8D9D-9315683A0A0F}"/>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F9813481-E8D9-4C85-94B6-275864DB1B07}"/>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FDCEB126-65A3-4B8B-9500-2A7020B33D9B}"/>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AF8C2BF9-5A7C-47EF-A4B5-48FFDACA9D52}"/>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98BD42F9-35C5-49CB-A444-04925B0C8FE9}"/>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59ed51688b541c5"/>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98f7b0e1e4f47db"/>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2BCB6324-9AFD-49C0-BAF4-97D063EA9B8B}"/>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f028f9d58ee4538"/>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471DB15C-E28B-4CFD-B126-B3674C426089}"/>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3079689B-4B65-4CAC-A364-A4FBEF56B38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372549715"/>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B1BDE6B-B999-4514-9BB3-E721E0C2D65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E10A8E01-007F-4EA8-A623-57AA2B8DD8C2}"/>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14A86DB3-7C48-4722-9A70-F818B4AC53F7}"/>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FAFB1780-EDF1-4598-80A8-B87F3E82404B}"/>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bd189846eaa47f1"/>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01B94B21-2599-4F01-9600-F4EE2E44875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851104211"/>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D379AC5F-9F74-4076-BFB4-CBA24A8221B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SAND CHERRY ASSOCIATES</a:t>
            </a:r>
          </a:p>
        </p:txBody>
      </p:sp>
      <p:sp>
        <p:nvSpPr>
          <p:cNvPr id="2" name="headline">
            <a:extLst xmlns:a="http://schemas.openxmlformats.org/drawingml/2006/main">
              <a:ext uri="{FF2B5EF4-FFF2-40B4-BE49-F238E27FC236}">
                <a16:creationId xmlns:a16="http://schemas.microsoft.com/office/drawing/2014/main" id="{12999B8E-1479-4C6C-BD11-D4B197144466}"/>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A shared brief for the next design task</a:t>
            </a:r>
          </a:p>
        </p:txBody>
      </p:sp>
      <p:sp>
        <p:nvSpPr>
          <p:cNvPr id="3" name="purpose-heading">
            <a:extLst xmlns:a="http://schemas.openxmlformats.org/drawingml/2006/main">
              <a:ext uri="{FF2B5EF4-FFF2-40B4-BE49-F238E27FC236}">
                <a16:creationId xmlns:a16="http://schemas.microsoft.com/office/drawing/2014/main" id="{3CB98E73-4186-4B07-A7E2-2CAA9AB0D0BA}"/>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Understand the audience</a:t>
            </a:r>
          </a:p>
        </p:txBody>
      </p:sp>
      <p:sp>
        <p:nvSpPr>
          <p:cNvPr id="4" name="purpose-body">
            <a:extLst xmlns:a="http://schemas.openxmlformats.org/drawingml/2006/main">
              <a:ext uri="{FF2B5EF4-FFF2-40B4-BE49-F238E27FC236}">
                <a16:creationId xmlns:a16="http://schemas.microsoft.com/office/drawing/2014/main" id="{5BCB44A0-6A80-4053-B2F2-836F00C416AF}"/>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Clarify who the work is for and what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they should do next. Review the channel,</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brand guidance and delivery constraints.</a:t>
            </a:r>
          </a:p>
        </p:txBody>
      </p:sp>
      <p:sp>
        <p:nvSpPr>
          <p:cNvPr id="5" name="structure-heading">
            <a:extLst xmlns:a="http://schemas.openxmlformats.org/drawingml/2006/main">
              <a:ext uri="{FF2B5EF4-FFF2-40B4-BE49-F238E27FC236}">
                <a16:creationId xmlns:a16="http://schemas.microsoft.com/office/drawing/2014/main" id="{8C8A6E29-77E0-4DE5-A10B-3C2A80887853}"/>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Make the direction visible</a:t>
            </a:r>
          </a:p>
        </p:txBody>
      </p:sp>
      <p:sp>
        <p:nvSpPr>
          <p:cNvPr id="6" name="structure-body">
            <a:extLst xmlns:a="http://schemas.openxmlformats.org/drawingml/2006/main">
              <a:ext uri="{FF2B5EF4-FFF2-40B4-BE49-F238E27FC236}">
                <a16:creationId xmlns:a16="http://schemas.microsoft.com/office/drawing/2014/main" id="{BB858C4E-D7CB-4FA3-A3FF-4E822171E64C}"/>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Sketch a flow or draft a visual direction.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a concrete example to discuss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hierarchy, content and tone with the team.</a:t>
            </a:r>
          </a:p>
        </p:txBody>
      </p:sp>
      <p:sp>
        <p:nvSpPr>
          <p:cNvPr id="7" name="compare-heading">
            <a:extLst xmlns:a="http://schemas.openxmlformats.org/drawingml/2006/main">
              <a:ext uri="{FF2B5EF4-FFF2-40B4-BE49-F238E27FC236}">
                <a16:creationId xmlns:a16="http://schemas.microsoft.com/office/drawing/2014/main" id="{575A3D47-5601-4E72-B1DA-8FF59863FE57}"/>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Use feedback to revise</a:t>
            </a:r>
          </a:p>
        </p:txBody>
      </p:sp>
      <p:sp>
        <p:nvSpPr>
          <p:cNvPr id="8" name="compare-body">
            <a:extLst xmlns:a="http://schemas.openxmlformats.org/drawingml/2006/main">
              <a:ext uri="{FF2B5EF4-FFF2-40B4-BE49-F238E27FC236}">
                <a16:creationId xmlns:a16="http://schemas.microsoft.com/office/drawing/2014/main" id="{13142C35-A2F2-40A7-9E0D-E080F68E23B0}"/>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Compare stakeholder feedback with the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brief. Resolve unclear choices and keep</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the next iteration focused on the task.</a:t>
            </a:r>
          </a:p>
        </p:txBody>
      </p:sp>
      <p:sp>
        <p:nvSpPr>
          <p:cNvPr id="9" name="handoff-heading">
            <a:extLst xmlns:a="http://schemas.openxmlformats.org/drawingml/2006/main">
              <a:ext uri="{FF2B5EF4-FFF2-40B4-BE49-F238E27FC236}">
                <a16:creationId xmlns:a16="http://schemas.microsoft.com/office/drawing/2014/main" id="{AD3E5055-0D61-4D6E-9AE3-924028875FCE}"/>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Prepare a clear handoff</a:t>
            </a:r>
          </a:p>
        </p:txBody>
      </p:sp>
      <p:sp>
        <p:nvSpPr>
          <p:cNvPr id="10" name="handoff-body">
            <a:extLst xmlns:a="http://schemas.openxmlformats.org/drawingml/2006/main">
              <a:ext uri="{FF2B5EF4-FFF2-40B4-BE49-F238E27FC236}">
                <a16:creationId xmlns:a16="http://schemas.microsoft.com/office/drawing/2014/main" id="{469302E4-F333-4C68-9389-2D6EF85EC0C5}"/>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states, copy and layout at the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intended sizes. Document decisions and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remaining questions before delivery.</a:t>
            </a:r>
          </a:p>
        </p:txBody>
      </p:sp>
      <p:sp>
        <p:nvSpPr>
          <p:cNvPr id="11" name="slide-number">
            <a:extLst xmlns:a="http://schemas.openxmlformats.org/drawingml/2006/main">
              <a:ext uri="{FF2B5EF4-FFF2-40B4-BE49-F238E27FC236}">
                <a16:creationId xmlns:a16="http://schemas.microsoft.com/office/drawing/2014/main" id="{80DD3DA9-9453-458A-8D8D-3CB12BB16E6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092708721"/>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43AC097-AB62-4BF6-B895-262AF6D69019}"/>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SAND CHERRY ASSOCIATES · UX &amp; DIGITAL DESIGN</a:t>
            </a:r>
          </a:p>
        </p:txBody>
      </p:sp>
      <p:sp>
        <p:nvSpPr>
          <p:cNvPr id="2" name="headline">
            <a:extLst xmlns:a="http://schemas.openxmlformats.org/drawingml/2006/main">
              <a:ext uri="{FF2B5EF4-FFF2-40B4-BE49-F238E27FC236}">
                <a16:creationId xmlns:a16="http://schemas.microsoft.com/office/drawing/2014/main" id="{E4E91DC5-F214-4F54-8B04-D6276C7B8FC2}"/>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talk about the</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next design task</a:t>
            </a:r>
          </a:p>
        </p:txBody>
      </p:sp>
      <p:sp>
        <p:nvSpPr>
          <p:cNvPr id="3" name="contact-intent">
            <a:extLst xmlns:a="http://schemas.openxmlformats.org/drawingml/2006/main">
              <a:ext uri="{FF2B5EF4-FFF2-40B4-BE49-F238E27FC236}">
                <a16:creationId xmlns:a16="http://schemas.microsoft.com/office/drawing/2014/main" id="{64D235BA-0BAF-4205-8C37-7928DF723D77}"/>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759AE6A5-E3C2-47E6-81E2-A6FD6DB94B1E}"/>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fccf98162194874"/>
              </a:rPr>
              <a:t>JonathanKyleHobson@gmail.com</a:t>
            </a:r>
          </a:p>
        </p:txBody>
      </p:sp>
      <p:sp>
        <p:nvSpPr>
          <p:cNvPr id="5" name="portfolio">
            <a:extLst xmlns:a="http://schemas.openxmlformats.org/drawingml/2006/main">
              <a:ext uri="{FF2B5EF4-FFF2-40B4-BE49-F238E27FC236}">
                <a16:creationId xmlns:a16="http://schemas.microsoft.com/office/drawing/2014/main" id="{36DA0188-6CD0-4E57-A6D9-058854E0D5F3}"/>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dcd40e93fd2b4424"/>
              </a:rPr>
              <a:t>jonathankhobson.github.io/application-portfolios/sandcherry-ux-designer</a:t>
            </a:r>
          </a:p>
        </p:txBody>
      </p:sp>
      <p:sp>
        <p:nvSpPr>
          <p:cNvPr id="6" name="slide-number">
            <a:extLst xmlns:a="http://schemas.openxmlformats.org/drawingml/2006/main">
              <a:ext uri="{FF2B5EF4-FFF2-40B4-BE49-F238E27FC236}">
                <a16:creationId xmlns:a16="http://schemas.microsoft.com/office/drawing/2014/main" id="{0013B6F5-E3F3-4403-A4C9-B0E782A1D42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06548380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2026-09-09T03:42:48.3190000Z</dcterms:created>
  <dcterms:modified xsi:type="dcterms:W3CDTF">2026-09-09T03:42:48.3190000Z</dcterms:modified>
</coreProperties>
</file>