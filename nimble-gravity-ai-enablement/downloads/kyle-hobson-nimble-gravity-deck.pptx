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2ef28dfc4b434d" /><Relationship Type="http://schemas.openxmlformats.org/officeDocument/2006/relationships/extended-properties" Target="/docProps/app.xml" Id="R034fc03e8c234f6b" /><Relationship Type="http://schemas.openxmlformats.org/officeDocument/2006/relationships/officeDocument" Target="/ppt/presentation.xml" Id="R97435332d689419a" /></Relationships>
</file>

<file path=ppt/presentation.xml><?xml version="1.0" encoding="utf-8"?>
<p:presentation xmlns:p="http://schemas.openxmlformats.org/presentationml/2006/main">
  <p:sldMasterIdLst>
    <p:sldMasterId xmlns:r="http://schemas.openxmlformats.org/officeDocument/2006/relationships" id="2147483648" r:id="R1ac2edb4d5e94e00"/>
  </p:sldMasterIdLst>
  <p:notesMasterIdLst>
    <p:notesMasterId xmlns:r="http://schemas.openxmlformats.org/officeDocument/2006/relationships" r:id="Rb23ba370201d4f99"/>
  </p:notesMasterIdLst>
  <p:sldIdLst>
    <p:sldId xmlns:r="http://schemas.openxmlformats.org/officeDocument/2006/relationships" id="256" r:id="R768fb3dbab7e4fc1"/>
    <p:sldId xmlns:r="http://schemas.openxmlformats.org/officeDocument/2006/relationships" id="257" r:id="R654d65a0eac4497b"/>
    <p:sldId xmlns:r="http://schemas.openxmlformats.org/officeDocument/2006/relationships" id="258" r:id="R98830cfd2f834226"/>
    <p:sldId xmlns:r="http://schemas.openxmlformats.org/officeDocument/2006/relationships" id="259" r:id="R96d7dbdca79e4f6c"/>
    <p:sldId xmlns:r="http://schemas.openxmlformats.org/officeDocument/2006/relationships" id="260" r:id="R88affcf15d764210"/>
    <p:sldId xmlns:r="http://schemas.openxmlformats.org/officeDocument/2006/relationships" id="261" r:id="R7d311630948d4d9f"/>
    <p:sldId xmlns:r="http://schemas.openxmlformats.org/officeDocument/2006/relationships" id="262" r:id="Red2e8f272a4a4c7b"/>
    <p:sldId xmlns:r="http://schemas.openxmlformats.org/officeDocument/2006/relationships" id="263" r:id="Re75a91ff773047c0"/>
    <p:sldId xmlns:r="http://schemas.openxmlformats.org/officeDocument/2006/relationships" id="264" r:id="R6e1fca7ea2174c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90fb243cdc4318" /><Relationship Type="http://schemas.openxmlformats.org/officeDocument/2006/relationships/slideMaster" Target="/ppt/slideMasters/slideMaster1.xml" Id="R1ac2edb4d5e94e00" /><Relationship Type="http://schemas.openxmlformats.org/officeDocument/2006/relationships/notesMaster" Target="/ppt/notesMasters/notesMaster1.xml" Id="Rb23ba370201d4f99" /><Relationship Type="http://schemas.openxmlformats.org/officeDocument/2006/relationships/presProps" Target="/ppt/presProps.xml" Id="R52f5d448ac4e490c" /><Relationship Type="http://schemas.openxmlformats.org/officeDocument/2006/relationships/tableStyles" Target="/ppt/tableStyles.xml" Id="R888dfd8c089b4798" /><Relationship Type="http://schemas.openxmlformats.org/officeDocument/2006/relationships/slide" Target="/ppt/slides/slide1.xml" Id="R768fb3dbab7e4fc1" /><Relationship Type="http://schemas.openxmlformats.org/officeDocument/2006/relationships/slide" Target="/ppt/slides/slide2.xml" Id="R654d65a0eac4497b" /><Relationship Type="http://schemas.openxmlformats.org/officeDocument/2006/relationships/slide" Target="/ppt/slides/slide3.xml" Id="R98830cfd2f834226" /><Relationship Type="http://schemas.openxmlformats.org/officeDocument/2006/relationships/slide" Target="/ppt/slides/slide4.xml" Id="R96d7dbdca79e4f6c" /><Relationship Type="http://schemas.openxmlformats.org/officeDocument/2006/relationships/slide" Target="/ppt/slides/slide5.xml" Id="R88affcf15d764210" /><Relationship Type="http://schemas.openxmlformats.org/officeDocument/2006/relationships/slide" Target="/ppt/slides/slide6.xml" Id="R7d311630948d4d9f" /><Relationship Type="http://schemas.openxmlformats.org/officeDocument/2006/relationships/slide" Target="/ppt/slides/slide7.xml" Id="Red2e8f272a4a4c7b" /><Relationship Type="http://schemas.openxmlformats.org/officeDocument/2006/relationships/slide" Target="/ppt/slides/slide8.xml" Id="Re75a91ff773047c0" /><Relationship Type="http://schemas.openxmlformats.org/officeDocument/2006/relationships/slide" Target="/ppt/slides/slide9.xml" Id="R6e1fca7ea2174c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7a8febd68b4f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5e19cbb7b54ac6" /><Relationship Type="http://schemas.openxmlformats.org/officeDocument/2006/relationships/notesMaster" Target="/ppt/notesMasters/notesMaster1.xml" Id="R8d420d56030249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df1a8542864d4f" /><Relationship Type="http://schemas.openxmlformats.org/officeDocument/2006/relationships/notesMaster" Target="/ppt/notesMasters/notesMaster1.xml" Id="Rd8fa59143a1c4c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0a6e33815d4cda" /><Relationship Type="http://schemas.openxmlformats.org/officeDocument/2006/relationships/notesMaster" Target="/ppt/notesMasters/notesMaster1.xml" Id="R0db9d9d8b4e149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f99e833d67446a" /><Relationship Type="http://schemas.openxmlformats.org/officeDocument/2006/relationships/notesMaster" Target="/ppt/notesMasters/notesMaster1.xml" Id="Rd1dcb08f4e7940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3e9928b9ea4323" /><Relationship Type="http://schemas.openxmlformats.org/officeDocument/2006/relationships/notesMaster" Target="/ppt/notesMasters/notesMaster1.xml" Id="R24c4f898c01449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23aa916d2c4ee5" /><Relationship Type="http://schemas.openxmlformats.org/officeDocument/2006/relationships/notesMaster" Target="/ppt/notesMasters/notesMaster1.xml" Id="R5f41df8eae804d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662220be824c89" /><Relationship Type="http://schemas.openxmlformats.org/officeDocument/2006/relationships/notesMaster" Target="/ppt/notesMasters/notesMaster1.xml" Id="R5d0def04461446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216c2d67124e09" /><Relationship Type="http://schemas.openxmlformats.org/officeDocument/2006/relationships/notesMaster" Target="/ppt/notesMasters/notesMaster1.xml" Id="Re616b0d975c242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da92b629e04428" /><Relationship Type="http://schemas.openxmlformats.org/officeDocument/2006/relationships/notesMaster" Target="/ppt/notesMasters/notesMaster1.xml" Id="Rbbf0cae1ecde4c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Nimble Gravity AI Enablement &amp; Adoption Manager, current U.S. remote job 4727000005. Client-facing AI adoption consulting, including business users and leaders. Job source: https://job-boards.greenhouse.io/nimblegravity/jobs/4727000005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I built and released Prompt Compass for diagnosing, improving, comparing and reusing prompts. This designed local regression case is one inspectable example from that work; it does not establish enterprise adoption, production guardrail deployment or measured model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showing product-design evidence with adjacent application to learning materials.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client enablement engagement. Establish a baseline, task-level criteria and evidence of repeat use with the business owner. Kyle does not claim a completed Nimble Gravity rollout, enterprise adoption metrics, regulated-industry governance ownership or solo executive architecture facilitation. Primary source: https://job-boards.greenhouse.io/nimblegravity/jobs/4727000005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Nimble Gravity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bb707c30464e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f82eee1e3547c3" /><Relationship Type="http://schemas.openxmlformats.org/officeDocument/2006/relationships/slideLayout" Target="/ppt/slideLayouts/slideLayout1.xml" Id="R4a1b722acefc4a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1b722acefc4a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667aaed2d24d7f" /><Relationship Type="http://schemas.openxmlformats.org/officeDocument/2006/relationships/image" Target="/ppt/media/image.png" Id="R4f66e058bfcb40be" /><Relationship Type="http://schemas.openxmlformats.org/officeDocument/2006/relationships/notesSlide" Target="/ppt/notesSlides/notesSlide1.xml" Id="Ra621e85adaca45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77e163f4c746be" /><Relationship Type="http://schemas.openxmlformats.org/officeDocument/2006/relationships/notesSlide" Target="/ppt/notesSlides/notesSlide2.xml" Id="R16414855026644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fc9a0dad094bec" /><Relationship Type="http://schemas.openxmlformats.org/officeDocument/2006/relationships/image" Target="/ppt/media/image.jpeg" Id="Rb55c6182da9d4719" /><Relationship Type="http://schemas.openxmlformats.org/officeDocument/2006/relationships/notesSlide" Target="/ppt/notesSlides/notesSlide3.xml" Id="Re08b0cb6111c41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8d917ff797417e" /><Relationship Type="http://schemas.openxmlformats.org/officeDocument/2006/relationships/image" Target="/ppt/media/image2.png" Id="R0cfdd6198409467a" /><Relationship Type="http://schemas.openxmlformats.org/officeDocument/2006/relationships/notesSlide" Target="/ppt/notesSlides/notesSlide4.xml" Id="R2d755f6aee984a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18349bf8124e9b" /><Relationship Type="http://schemas.openxmlformats.org/officeDocument/2006/relationships/image" Target="/ppt/media/image3.png" Id="R08cc9e71c4094005" /><Relationship Type="http://schemas.openxmlformats.org/officeDocument/2006/relationships/notesSlide" Target="/ppt/notesSlides/notesSlide5.xml" Id="R6aac49ff04f043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c166b3a92a44c5" /><Relationship Type="http://schemas.openxmlformats.org/officeDocument/2006/relationships/image" Target="/ppt/media/image4.png" Id="R9b1d013d07b744df" /><Relationship Type="http://schemas.openxmlformats.org/officeDocument/2006/relationships/image" Target="/ppt/media/image5.png" Id="R7c7d2b7f322d4891" /><Relationship Type="http://schemas.openxmlformats.org/officeDocument/2006/relationships/notesSlide" Target="/ppt/notesSlides/notesSlide6.xml" Id="R66897aae36f54c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9a4c540923457f" /><Relationship Type="http://schemas.openxmlformats.org/officeDocument/2006/relationships/image" Target="/ppt/media/image6.png" Id="R1ec1d2276da24428" /><Relationship Type="http://schemas.openxmlformats.org/officeDocument/2006/relationships/notesSlide" Target="/ppt/notesSlides/notesSlide7.xml" Id="R3c629d0ab7464e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85a72ddc7d460c" /><Relationship Type="http://schemas.openxmlformats.org/officeDocument/2006/relationships/notesSlide" Target="/ppt/notesSlides/notesSlide8.xml" Id="R77a37ab0f17442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f9e175870341cc" /><Relationship Type="http://schemas.openxmlformats.org/officeDocument/2006/relationships/hyperlink" Target="mailto:JonathanKyleHobson@gmail.com" TargetMode="External" Id="Rd88dc143902341ca" /><Relationship Type="http://schemas.openxmlformats.org/officeDocument/2006/relationships/hyperlink" Target="https://jonathankhobson.github.io/application-portfolios/nimble-gravity-ai-enablement/" TargetMode="External" Id="Rf59e1e933fd24915" /><Relationship Type="http://schemas.openxmlformats.org/officeDocument/2006/relationships/notesSlide" Target="/ppt/notesSlides/notesSlide9.xml" Id="R4e10184c92c5421c"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f66e058bfcb40be"/>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FE300C76-EC2F-4B91-9E6F-FDF73F1CFF0D}"/>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NIMBLE GRAVITY</a:t>
            </a:r>
          </a:p>
        </p:txBody>
      </p:sp>
      <p:sp>
        <p:nvSpPr>
          <p:cNvPr id="3" name="headline">
            <a:extLst xmlns:a="http://schemas.openxmlformats.org/drawingml/2006/main">
              <a:ext uri="{FF2B5EF4-FFF2-40B4-BE49-F238E27FC236}">
                <a16:creationId xmlns:a16="http://schemas.microsoft.com/office/drawing/2014/main" id="{C752A0C4-1C4E-471B-ABB1-1CA3CFCE9E18}"/>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AI workflow design</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and practical teaching</a:t>
            </a:r>
          </a:p>
        </p:txBody>
      </p:sp>
      <p:sp>
        <p:nvSpPr>
          <p:cNvPr id="4" name="cover-intro">
            <a:extLst xmlns:a="http://schemas.openxmlformats.org/drawingml/2006/main">
              <a:ext uri="{FF2B5EF4-FFF2-40B4-BE49-F238E27FC236}">
                <a16:creationId xmlns:a16="http://schemas.microsoft.com/office/drawing/2014/main" id="{8B950109-F7F7-4907-A19D-D09BA1F514F5}"/>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 independent build, original lessons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reviewable workflow decisions</a:t>
            </a:r>
          </a:p>
        </p:txBody>
      </p:sp>
      <p:sp>
        <p:nvSpPr>
          <p:cNvPr id="5" name="cover-role">
            <a:extLst xmlns:a="http://schemas.openxmlformats.org/drawingml/2006/main">
              <a:ext uri="{FF2B5EF4-FFF2-40B4-BE49-F238E27FC236}">
                <a16:creationId xmlns:a16="http://schemas.microsoft.com/office/drawing/2014/main" id="{82FE6563-20CB-4178-A48A-C905EEB546C0}"/>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AI Enablement &amp; Adoption Manager · Remote, United States</a:t>
            </a:r>
          </a:p>
        </p:txBody>
      </p:sp>
      <p:sp>
        <p:nvSpPr>
          <p:cNvPr id="6" name="slide-number">
            <a:extLst xmlns:a="http://schemas.openxmlformats.org/drawingml/2006/main">
              <a:ext uri="{FF2B5EF4-FFF2-40B4-BE49-F238E27FC236}">
                <a16:creationId xmlns:a16="http://schemas.microsoft.com/office/drawing/2014/main" id="{5D51400C-0177-4B1A-9EEC-BA67D751D7C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28652513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171E4001-524F-4418-8664-13278C29D9D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MY INDEPENDENT BUILD, PUBLIC BETA</a:t>
            </a:r>
          </a:p>
        </p:txBody>
      </p:sp>
      <p:sp>
        <p:nvSpPr>
          <p:cNvPr id="2" name="headline">
            <a:extLst xmlns:a="http://schemas.openxmlformats.org/drawingml/2006/main">
              <a:ext uri="{FF2B5EF4-FFF2-40B4-BE49-F238E27FC236}">
                <a16:creationId xmlns:a16="http://schemas.microsoft.com/office/drawing/2014/main" id="{4D8FD42C-B646-4894-87E3-F877C474AD1C}"/>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prompt rewrite can lose requirements</a:t>
            </a:r>
          </a:p>
        </p:txBody>
      </p:sp>
      <p:sp>
        <p:nvSpPr>
          <p:cNvPr id="3" name="before-label">
            <a:extLst xmlns:a="http://schemas.openxmlformats.org/drawingml/2006/main">
              <a:ext uri="{FF2B5EF4-FFF2-40B4-BE49-F238E27FC236}">
                <a16:creationId xmlns:a16="http://schemas.microsoft.com/office/drawing/2014/main" id="{F25C2938-3930-498F-83F4-79BF5D3FD22A}"/>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07668E62-B211-4AFD-9040-52E6125197E9}"/>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FCDFC523-9C4B-4093-A975-56D112BF7E92}"/>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2F41720B-08F2-4713-82FB-162DC6A90053}"/>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FAEC9088-627D-46C6-A4A7-293DEBF2D63C}"/>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882EB38D-118F-4576-A47C-72CD37D09D4D}"/>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F9689249-86CF-482A-BC18-9B31FBAB3D8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904585595"/>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B8B7764-EA8C-46E7-A3E9-31880D31C80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3A2D3090-CEDD-43EA-91B7-6874935B3737}"/>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Learning materials</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and workshops</a:t>
            </a:r>
          </a:p>
        </p:txBody>
      </p:sp>
      <p:sp>
        <p:nvSpPr>
          <p:cNvPr id="3" name="asu-direct">
            <a:extLst xmlns:a="http://schemas.openxmlformats.org/drawingml/2006/main">
              <a:ext uri="{FF2B5EF4-FFF2-40B4-BE49-F238E27FC236}">
                <a16:creationId xmlns:a16="http://schemas.microsoft.com/office/drawing/2014/main" id="{5E51829C-182E-435B-B2D7-39B395FA33C7}"/>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F14B17EA-CE04-4373-B912-291F89F028E9}"/>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55c6182da9d4719"/>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9E9FCC59-E7C8-4ACC-A80D-8CE2EABAE04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832309137"/>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BAE8204-A93B-4E78-B51A-B1A290A0696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A2D00818-4319-4F2D-8B4B-21053DFAC912}"/>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practice sequence people can follow</a:t>
            </a:r>
          </a:p>
        </p:txBody>
      </p:sp>
      <p:sp>
        <p:nvSpPr>
          <p:cNvPr id="3" name="course-title">
            <a:extLst xmlns:a="http://schemas.openxmlformats.org/drawingml/2006/main">
              <a:ext uri="{FF2B5EF4-FFF2-40B4-BE49-F238E27FC236}">
                <a16:creationId xmlns:a16="http://schemas.microsoft.com/office/drawing/2014/main" id="{0BAE0AD6-3C04-4956-AEC6-0D50ED23474D}"/>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cfdd6198409467a"/>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78BB0435-97C3-4902-8274-E67F6200F87E}"/>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5C34ACC4-E2E1-422D-BCB0-EA713BA6052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146549375"/>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7038D748-5350-4FDC-868D-F75A242DD57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A1B1E5D5-6528-4A61-8FEE-0F01DC9936E6}"/>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visible change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in a beginner lesson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8cc9e71c4094005"/>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397AB644-00C1-44D6-ACF2-F62B7248C83D}"/>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A1D382D4-69BD-41B8-A35A-285F44D44F7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5436642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EAE84FB-7117-4D52-8C83-8C7BB81F6BD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A180D6DA-0E58-4D7F-8BB3-641C60E058AA}"/>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154150AC-699D-43FC-9E27-E272D9D2A7B0}"/>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7639CDAC-FAD1-4588-AD76-B5407BCAA855}"/>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client enablement: explain the failure condition and the next action clearly.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1d013d07b744df"/>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c7d2b7f322d4891"/>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99A813E7-A6E4-4F8F-BCCF-19EE139375C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8596651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CC817EB-74A4-4C2C-A436-691778E0E38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E4D53CA6-3BA2-4280-9309-7644B6CDC31F}"/>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in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workflow</a:t>
            </a:r>
          </a:p>
        </p:txBody>
      </p:sp>
      <p:sp>
        <p:nvSpPr>
          <p:cNvPr id="3" name="asu-purpose">
            <a:extLst xmlns:a="http://schemas.openxmlformats.org/drawingml/2006/main">
              <a:ext uri="{FF2B5EF4-FFF2-40B4-BE49-F238E27FC236}">
                <a16:creationId xmlns:a16="http://schemas.microsoft.com/office/drawing/2014/main" id="{F3F3F8C6-BC23-4005-82DD-88A4829C0293}"/>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ec1d2276da24428"/>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32808468-1CCB-4C82-817D-67C946D75E4B}"/>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7CA5603E-7801-4C50-B85F-75713C1C905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520797064"/>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D8FDEB6-6F39-4D99-8945-2238351E8BB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NIMBLE GRAVITY   /   PROPOSED FIRST CONTRIBUTION</a:t>
            </a:r>
          </a:p>
        </p:txBody>
      </p:sp>
      <p:sp>
        <p:nvSpPr>
          <p:cNvPr id="2" name="headline">
            <a:extLst xmlns:a="http://schemas.openxmlformats.org/drawingml/2006/main">
              <a:ext uri="{FF2B5EF4-FFF2-40B4-BE49-F238E27FC236}">
                <a16:creationId xmlns:a16="http://schemas.microsoft.com/office/drawing/2014/main" id="{0F4B2C7F-7832-407F-8783-8C08F7A3EDC7}"/>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proposed client</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enablement engagement</a:t>
            </a:r>
          </a:p>
        </p:txBody>
      </p:sp>
      <p:sp>
        <p:nvSpPr>
          <p:cNvPr id="3" name="proposal-intro">
            <a:extLst xmlns:a="http://schemas.openxmlformats.org/drawingml/2006/main">
              <a:ext uri="{FF2B5EF4-FFF2-40B4-BE49-F238E27FC236}">
                <a16:creationId xmlns:a16="http://schemas.microsoft.com/office/drawing/2014/main" id="{63F29291-CBFD-4E4A-8B42-9498ACF56190}"/>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Nimble Gravity, I would work with the client to define one process, its review boundaries and evidence of useful repeated work.</a:t>
            </a:r>
          </a:p>
        </p:txBody>
      </p:sp>
      <p:sp>
        <p:nvSpPr>
          <p:cNvPr id="4" name="proposal-steps">
            <a:extLst xmlns:a="http://schemas.openxmlformats.org/drawingml/2006/main">
              <a:ext uri="{FF2B5EF4-FFF2-40B4-BE49-F238E27FC236}">
                <a16:creationId xmlns:a16="http://schemas.microsoft.com/office/drawing/2014/main" id="{DF4D2535-BFC7-4C91-A417-C6B0F92DB254}"/>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Map the task, approved sources and review responsibilities.</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Build a demonstration around representative inputs and failure cases.</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Agree on baseline task success, rework and repeated use.</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Use observed performance and workshop feedback to revise guidance.</a:t>
            </a:r>
          </a:p>
        </p:txBody>
      </p:sp>
      <p:sp>
        <p:nvSpPr>
          <p:cNvPr id="5" name="proposal-boundary">
            <a:extLst xmlns:a="http://schemas.openxmlformats.org/drawingml/2006/main">
              <a:ext uri="{FF2B5EF4-FFF2-40B4-BE49-F238E27FC236}">
                <a16:creationId xmlns:a16="http://schemas.microsoft.com/office/drawing/2014/main" id="{6A8EC641-0171-4769-9667-8F45114DB0A4}"/>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discussion with the client and delivery team.</a:t>
            </a:r>
          </a:p>
        </p:txBody>
      </p:sp>
      <p:sp>
        <p:nvSpPr>
          <p:cNvPr id="6" name="slide-number">
            <a:extLst xmlns:a="http://schemas.openxmlformats.org/drawingml/2006/main">
              <a:ext uri="{FF2B5EF4-FFF2-40B4-BE49-F238E27FC236}">
                <a16:creationId xmlns:a16="http://schemas.microsoft.com/office/drawing/2014/main" id="{9B561245-BB14-40E2-B9E0-DA37D08848A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638844539"/>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E45DECF-79F8-470B-A7E8-83B82B30F94D}"/>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NIMBLE GRAVITY APPLICATION</a:t>
            </a:r>
          </a:p>
        </p:txBody>
      </p:sp>
      <p:sp>
        <p:nvSpPr>
          <p:cNvPr id="2" name="headline">
            <a:extLst xmlns:a="http://schemas.openxmlformats.org/drawingml/2006/main">
              <a:ext uri="{FF2B5EF4-FFF2-40B4-BE49-F238E27FC236}">
                <a16:creationId xmlns:a16="http://schemas.microsoft.com/office/drawing/2014/main" id="{096648E3-7B15-4FE7-A481-382A9C742E8F}"/>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AI Enablement</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&amp; Adoption Manager</a:t>
            </a:r>
          </a:p>
        </p:txBody>
      </p:sp>
      <p:sp>
        <p:nvSpPr>
          <p:cNvPr id="3" name="contact-intent">
            <a:extLst xmlns:a="http://schemas.openxmlformats.org/drawingml/2006/main">
              <a:ext uri="{FF2B5EF4-FFF2-40B4-BE49-F238E27FC236}">
                <a16:creationId xmlns:a16="http://schemas.microsoft.com/office/drawing/2014/main" id="{E7C42B6A-8D40-4681-996E-A448AE22BB1B}"/>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work.</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9097B49F-98C1-4221-B019-8255F45BEFD3}"/>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d88dc143902341ca"/>
              </a:rPr>
              <a:t>JonathanKyleHobson@gmail.com</a:t>
            </a:r>
          </a:p>
        </p:txBody>
      </p:sp>
      <p:sp>
        <p:nvSpPr>
          <p:cNvPr id="5" name="portfolio">
            <a:extLst xmlns:a="http://schemas.openxmlformats.org/drawingml/2006/main">
              <a:ext uri="{FF2B5EF4-FFF2-40B4-BE49-F238E27FC236}">
                <a16:creationId xmlns:a16="http://schemas.microsoft.com/office/drawing/2014/main" id="{5368DE53-AAB8-4799-B0C2-C9BC2FA21767}"/>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59e1e933fd24915"/>
              </a:rPr>
              <a:t>View the tailored Nimble Gravity portfolio</a:t>
            </a:r>
          </a:p>
        </p:txBody>
      </p:sp>
      <p:sp>
        <p:nvSpPr>
          <p:cNvPr id="6" name="slide-number">
            <a:extLst xmlns:a="http://schemas.openxmlformats.org/drawingml/2006/main">
              <a:ext uri="{FF2B5EF4-FFF2-40B4-BE49-F238E27FC236}">
                <a16:creationId xmlns:a16="http://schemas.microsoft.com/office/drawing/2014/main" id="{3C2CB01D-275C-4212-8461-DAA3A78391E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688656163"/>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2026-09-08T21:52:04.1850000Z</dcterms:created>
  <dcterms:modified xsi:type="dcterms:W3CDTF">2026-09-08T21:52:04.1850000Z</dcterms:modified>
</coreProperties>
</file>