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4044c511a4472d" /><Relationship Type="http://schemas.openxmlformats.org/officeDocument/2006/relationships/extended-properties" Target="/docProps/app.xml" Id="Rdc685b2d626c428b" /><Relationship Type="http://schemas.openxmlformats.org/officeDocument/2006/relationships/officeDocument" Target="/ppt/presentation.xml" Id="R83caa9714aac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2df2826654152"/>
  </p:sldMasterIdLst>
  <p:notesMasterIdLst>
    <p:notesMasterId xmlns:r="http://schemas.openxmlformats.org/officeDocument/2006/relationships" r:id="R90318e100039407c"/>
  </p:notesMasterIdLst>
  <p:sldIdLst>
    <p:sldId xmlns:r="http://schemas.openxmlformats.org/officeDocument/2006/relationships" id="256" r:id="R5f756d3cc5104500"/>
    <p:sldId xmlns:r="http://schemas.openxmlformats.org/officeDocument/2006/relationships" id="257" r:id="Rfc9cb9b70fe94412"/>
    <p:sldId xmlns:r="http://schemas.openxmlformats.org/officeDocument/2006/relationships" id="258" r:id="R0dadb091491c4eae"/>
    <p:sldId xmlns:r="http://schemas.openxmlformats.org/officeDocument/2006/relationships" id="259" r:id="R2393c34815574985"/>
    <p:sldId xmlns:r="http://schemas.openxmlformats.org/officeDocument/2006/relationships" id="260" r:id="R5a6faddd62cb4f46"/>
    <p:sldId xmlns:r="http://schemas.openxmlformats.org/officeDocument/2006/relationships" id="261" r:id="Rc6a202fd58a140be"/>
    <p:sldId xmlns:r="http://schemas.openxmlformats.org/officeDocument/2006/relationships" id="262" r:id="R1438efe6771e4e4d"/>
    <p:sldId xmlns:r="http://schemas.openxmlformats.org/officeDocument/2006/relationships" id="263" r:id="R5ca56ac94db944d0"/>
    <p:sldId xmlns:r="http://schemas.openxmlformats.org/officeDocument/2006/relationships" id="264" r:id="R472551f927fd41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d01d59caf45e5" /><Relationship Type="http://schemas.openxmlformats.org/officeDocument/2006/relationships/slideMaster" Target="/ppt/slideMasters/slideMaster1.xml" Id="Rb472df2826654152" /><Relationship Type="http://schemas.openxmlformats.org/officeDocument/2006/relationships/notesMaster" Target="/ppt/notesMasters/notesMaster1.xml" Id="R90318e100039407c" /><Relationship Type="http://schemas.openxmlformats.org/officeDocument/2006/relationships/presProps" Target="/ppt/presProps.xml" Id="Rfcaac28fc5f74a55" /><Relationship Type="http://schemas.openxmlformats.org/officeDocument/2006/relationships/tableStyles" Target="/ppt/tableStyles.xml" Id="Rcb2d1705337e4b73" /><Relationship Type="http://schemas.openxmlformats.org/officeDocument/2006/relationships/slide" Target="/ppt/slides/slide1.xml" Id="R5f756d3cc5104500" /><Relationship Type="http://schemas.openxmlformats.org/officeDocument/2006/relationships/slide" Target="/ppt/slides/slide2.xml" Id="Rfc9cb9b70fe94412" /><Relationship Type="http://schemas.openxmlformats.org/officeDocument/2006/relationships/slide" Target="/ppt/slides/slide3.xml" Id="R0dadb091491c4eae" /><Relationship Type="http://schemas.openxmlformats.org/officeDocument/2006/relationships/slide" Target="/ppt/slides/slide4.xml" Id="R2393c34815574985" /><Relationship Type="http://schemas.openxmlformats.org/officeDocument/2006/relationships/slide" Target="/ppt/slides/slide5.xml" Id="R5a6faddd62cb4f46" /><Relationship Type="http://schemas.openxmlformats.org/officeDocument/2006/relationships/slide" Target="/ppt/slides/slide6.xml" Id="Rc6a202fd58a140be" /><Relationship Type="http://schemas.openxmlformats.org/officeDocument/2006/relationships/slide" Target="/ppt/slides/slide7.xml" Id="R1438efe6771e4e4d" /><Relationship Type="http://schemas.openxmlformats.org/officeDocument/2006/relationships/slide" Target="/ppt/slides/slide8.xml" Id="R5ca56ac94db944d0" /><Relationship Type="http://schemas.openxmlformats.org/officeDocument/2006/relationships/slide" Target="/ppt/slides/slide9.xml" Id="R472551f927fd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f9ffd7a8d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1d28852b74130" /><Relationship Type="http://schemas.openxmlformats.org/officeDocument/2006/relationships/notesMaster" Target="/ppt/notesMasters/notesMaster1.xml" Id="R0cca0a7d0ed8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528fbf278647dc" /><Relationship Type="http://schemas.openxmlformats.org/officeDocument/2006/relationships/notesMaster" Target="/ppt/notesMasters/notesMaster1.xml" Id="R241bebf7539442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50e47e87d4ca1" /><Relationship Type="http://schemas.openxmlformats.org/officeDocument/2006/relationships/notesMaster" Target="/ppt/notesMasters/notesMaster1.xml" Id="Rf97012432e5647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ba57811db94120" /><Relationship Type="http://schemas.openxmlformats.org/officeDocument/2006/relationships/notesMaster" Target="/ppt/notesMasters/notesMaster1.xml" Id="Red7d7e13dbd9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d4ae0903f8482d" /><Relationship Type="http://schemas.openxmlformats.org/officeDocument/2006/relationships/notesMaster" Target="/ppt/notesMasters/notesMaster1.xml" Id="R2cd99e08912a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011c7f626b4f07" /><Relationship Type="http://schemas.openxmlformats.org/officeDocument/2006/relationships/notesMaster" Target="/ppt/notesMasters/notesMaster1.xml" Id="R6e1d53849443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309242a14b4d0e" /><Relationship Type="http://schemas.openxmlformats.org/officeDocument/2006/relationships/notesMaster" Target="/ppt/notesMasters/notesMaster1.xml" Id="R59efb28cfb0348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ef2feb076494d" /><Relationship Type="http://schemas.openxmlformats.org/officeDocument/2006/relationships/notesMaster" Target="/ppt/notesMasters/notesMaster1.xml" Id="R3c9e74fadad440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5a4de6e10544e2" /><Relationship Type="http://schemas.openxmlformats.org/officeDocument/2006/relationships/notesMaster" Target="/ppt/notesMasters/notesMaster1.xml" Id="R7967f5a028da4a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Livefront Product Designer, 4215612009. Employer source: https://job-boards.greenhouse.io/livefront/jobs/4215612009, verified September 8, 2026. Selected mobile design, research-to-design and engineering-handoff artifacts. No prior Livefront work or completed native platform release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Flint mobile design and design walkthroughs. These are designed states and handoff artifacts, not confirmation that every pictured variant shipped. Interface content is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SmartTagIt Flint interrupted-response and offline variants, including the March 27, 2026 error-state handoff. This documents design decisions and annotations for developers, not measured task-success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Me April–May 2026 design walkthroughs, especially May 15. The five groups are summaries, recommendations, Simple 7, comparisons and accomplishments. This native diagram summarizes the reviewed organization; it is not an original screenshot. Customization and final policy remained open in the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About Me comparison widget and April–May 2026 walkthroughs. The web/server team release was confirmed September 2, 2026, but the exact pictured layout and completed mobile rollout are not established. Illustrative values are not measured customer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Oak original heuristic evaluation and design recommendations. The original small bottom banner reported invalid login credentials; the proposed treatment added a password-field outline and Incorrect Password message. Kyle led the evaluation and recommendations and collaborated with the lead UX designer on mockups. No measured result or exact released variant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of reviewed FactorLab design walkthroughs and Oak recommendations/handoff. The list describes an approach supported by those artifacts. It does not establish platform-release ownership, quantified handoff efficiency, or work for Livefront.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based on Livefront Product Designer role 4215612009. Client requirements, platform conventions, research access and measures would need to be established with the project team. It is not a speculative redesign of a Livefront client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contact and travel availability are confirmed. Intended isolated portfolio route: https://jonathankhobson.github.io/application-portfolios/livefront-product-designer/. Publication is a separate campaign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f997e0997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0b58d761c4358" /><Relationship Type="http://schemas.openxmlformats.org/officeDocument/2006/relationships/slideLayout" Target="/ppt/slideLayouts/slideLayout1.xml" Id="R9e5f77b321f2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f77b321f2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1ff323d144c62" /><Relationship Type="http://schemas.openxmlformats.org/officeDocument/2006/relationships/image" Target="/ppt/media/image.png" Id="R90b99191e00b400e" /><Relationship Type="http://schemas.openxmlformats.org/officeDocument/2006/relationships/notesSlide" Target="/ppt/notesSlides/notesSlide1.xml" Id="R0477c69d7f3945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0e9b528804ea3" /><Relationship Type="http://schemas.openxmlformats.org/officeDocument/2006/relationships/image" Target="/ppt/media/image2.png" Id="R23a51a51311e441f" /><Relationship Type="http://schemas.openxmlformats.org/officeDocument/2006/relationships/notesSlide" Target="/ppt/notesSlides/notesSlide2.xml" Id="R0c7bdcaa7459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00da67d5f4c1a" /><Relationship Type="http://schemas.openxmlformats.org/officeDocument/2006/relationships/image" Target="/ppt/media/image3.png" Id="R1114f58036264080" /><Relationship Type="http://schemas.openxmlformats.org/officeDocument/2006/relationships/image" Target="/ppt/media/image4.png" Id="R3b4e52041dd34f2f" /><Relationship Type="http://schemas.openxmlformats.org/officeDocument/2006/relationships/notesSlide" Target="/ppt/notesSlides/notesSlide3.xml" Id="R9d6a333e7330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11d5af6d7463a" /><Relationship Type="http://schemas.openxmlformats.org/officeDocument/2006/relationships/notesSlide" Target="/ppt/notesSlides/notesSlide4.xml" Id="R26de023ad8fa44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917fd7f8d4f4b" /><Relationship Type="http://schemas.openxmlformats.org/officeDocument/2006/relationships/image" Target="/ppt/media/image5.png" Id="R6f17758bdfa24471" /><Relationship Type="http://schemas.openxmlformats.org/officeDocument/2006/relationships/notesSlide" Target="/ppt/notesSlides/notesSlide5.xml" Id="R4e8e816a0d3844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6f084863d4490" /><Relationship Type="http://schemas.openxmlformats.org/officeDocument/2006/relationships/image" Target="/ppt/media/image6.png" Id="R48fd95908ea547b7" /><Relationship Type="http://schemas.openxmlformats.org/officeDocument/2006/relationships/notesSlide" Target="/ppt/notesSlides/notesSlide6.xml" Id="Rdbb61f5eb4a448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2611c3da7472e" /><Relationship Type="http://schemas.openxmlformats.org/officeDocument/2006/relationships/notesSlide" Target="/ppt/notesSlides/notesSlide7.xml" Id="R97644ec7afbe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f0d432fd94a41" /><Relationship Type="http://schemas.openxmlformats.org/officeDocument/2006/relationships/notesSlide" Target="/ppt/notesSlides/notesSlide8.xml" Id="R7d17a649ab91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bc2b890849ab" /><Relationship Type="http://schemas.openxmlformats.org/officeDocument/2006/relationships/hyperlink" Target="mailto:JonathanKyleHobson@gmail.com" TargetMode="External" Id="Rf6579d7657324553" /><Relationship Type="http://schemas.openxmlformats.org/officeDocument/2006/relationships/hyperlink" Target="https://jonathankhobson.github.io/application-portfolios/livefront-product-designer/" TargetMode="External" Id="Ra92be84f3b8c431a" /><Relationship Type="http://schemas.openxmlformats.org/officeDocument/2006/relationships/notesSlide" Target="/ppt/notesSlides/notesSlide9.xml" Id="Reb06e925edd1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F8A36A-CF9F-4136-BC89-6AF2DB8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7353E8-0FCF-45FD-A269-EC2E39CC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/ LIVEFRONT PRODUCT DESIGNER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1CC799D-F807-44A4-80A8-6E80CD03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620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Clear flows.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Useful handoffs.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18929B58-08DE-46F1-B5AE-B8166A6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00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Mobile interaction design, research,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the details a team can build.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302C43C-28DF-40A2-B958-9B93AAD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02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Selected work for Livefront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99191e00b400e"/>
          <a:stretch xmlns:a="http://schemas.openxmlformats.org/drawingml/2006/main"/>
        </p:blipFill>
        <p:spPr>
          <a:xfrm xmlns:a="http://schemas.openxmlformats.org/drawingml/2006/main">
            <a:off x="8867775" y="644039"/>
            <a:ext cx="2524125" cy="540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76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AB12C6-B5E1-4021-B23A-A467BFF2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0AD9A4-629A-43F8-9947-77BC638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742A0AD-1276-4B81-B308-F15D497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first question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DFA95CF0-CF97-4045-A7DE-EBD43E9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UX Designer &amp; Researcher (Contract)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2025–2026</a:t>
            </a:r>
          </a:p>
        </p:txBody>
      </p:sp>
      <p:sp>
        <p:nvSpPr>
          <p:cNvPr id="5" name="choice">
            <a:extLst xmlns:a="http://schemas.openxmlformats.org/drawingml/2006/main">
              <a:ext uri="{FF2B5EF4-FFF2-40B4-BE49-F238E27FC236}">
                <a16:creationId xmlns:a16="http://schemas.microsoft.com/office/drawing/2014/main" id="{E92B0C6B-B07B-4904-BDBB-D7F87D1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suggested questions and a question library while keeping a person’s own question close at hand.</a:t>
            </a:r>
          </a:p>
        </p:txBody>
      </p:sp>
      <p:sp>
        <p:nvSpPr>
          <p:cNvPr id="6" name="stage">
            <a:extLst xmlns:a="http://schemas.openxmlformats.org/drawingml/2006/main">
              <a:ext uri="{FF2B5EF4-FFF2-40B4-BE49-F238E27FC236}">
                <a16:creationId xmlns:a16="http://schemas.microsoft.com/office/drawing/2014/main" id="{DFE94846-2432-47AC-956A-B075B58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Mobile design states and engineering handoff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51a51311e441f"/>
          <a:stretch xmlns:a="http://schemas.openxmlformats.org/drawingml/2006/main"/>
        </p:blipFill>
        <p:spPr>
          <a:xfrm xmlns:a="http://schemas.openxmlformats.org/drawingml/2006/main">
            <a:off x="7953494" y="914400"/>
            <a:ext cx="2542936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0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666C0B-AFA6-4C40-A451-8BB9C56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1A705D-5200-491D-87AA-2CE5070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INTERRUPTED AND OFFLINE STATES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3BCC38E9-705C-4C9D-83F0-6060286E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3429976F-DF70-44EA-BAA5-807C414F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3148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0B50EAB9-2A42-4E2F-8BFC-0D69A723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314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connected the flows and their recovery actions in an annotated walkthrough for engineering.</a:t>
            </a:r>
          </a:p>
        </p:txBody>
      </p:sp>
      <p:sp>
        <p:nvSpPr>
          <p:cNvPr id="6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328E2059-7A55-423A-904D-4E1A7BF5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73B841E3-7814-4D6B-9428-EF85D6D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4f58036264080"/>
          <a:stretch xmlns:a="http://schemas.openxmlformats.org/drawingml/2006/main"/>
        </p:blipFill>
        <p:spPr>
          <a:xfrm xmlns:a="http://schemas.openxmlformats.org/drawingml/2006/main">
            <a:off x="5711001" y="1190625"/>
            <a:ext cx="2427348" cy="52006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52041dd34f2f"/>
          <a:stretch xmlns:a="http://schemas.openxmlformats.org/drawingml/2006/main"/>
        </p:blipFill>
        <p:spPr>
          <a:xfrm xmlns:a="http://schemas.openxmlformats.org/drawingml/2006/main">
            <a:off x="8778051" y="1190625"/>
            <a:ext cx="2427348" cy="520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00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9AB16C-4443-4F67-ADF1-336C7C66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D3F5B0-387F-463B-805C-3BAD0CCA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28CF82C-E4E7-4E6D-B225-BEDCABE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Give each insight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clear job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2119C027-D517-479A-BF7B-49F8439A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714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developed five widget groups, then explored their information order and content density.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AF8DC52A-5D96-4718-857D-4075B506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4905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Editable summary of the reviewed structure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screen iterations in the linked case</a:t>
            </a:r>
          </a:p>
        </p:txBody>
      </p:sp>
      <p:sp>
        <p:nvSpPr>
          <p:cNvPr id="6" name="family-number-0">
            <a:extLst xmlns:a="http://schemas.openxmlformats.org/drawingml/2006/main">
              <a:ext uri="{FF2B5EF4-FFF2-40B4-BE49-F238E27FC236}">
                <a16:creationId xmlns:a16="http://schemas.microsoft.com/office/drawing/2014/main" id="{5F1DE368-CBB6-429A-8ACD-5F14F4F4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family-0">
            <a:extLst xmlns:a="http://schemas.openxmlformats.org/drawingml/2006/main">
              <a:ext uri="{FF2B5EF4-FFF2-40B4-BE49-F238E27FC236}">
                <a16:creationId xmlns:a16="http://schemas.microsoft.com/office/drawing/2014/main" id="{47DEF1B2-302F-4591-ABFC-5E670CBC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906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Summaries</a:t>
            </a:r>
          </a:p>
        </p:txBody>
      </p:sp>
      <p:sp>
        <p:nvSpPr>
          <p:cNvPr id="8" name="family-number-1">
            <a:extLst xmlns:a="http://schemas.openxmlformats.org/drawingml/2006/main">
              <a:ext uri="{FF2B5EF4-FFF2-40B4-BE49-F238E27FC236}">
                <a16:creationId xmlns:a16="http://schemas.microsoft.com/office/drawing/2014/main" id="{F37BFDB1-0D4F-4359-9A0A-6085124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amily-1">
            <a:extLst xmlns:a="http://schemas.openxmlformats.org/drawingml/2006/main">
              <a:ext uri="{FF2B5EF4-FFF2-40B4-BE49-F238E27FC236}">
                <a16:creationId xmlns:a16="http://schemas.microsoft.com/office/drawing/2014/main" id="{55A1E0C0-DA54-411A-82A6-68126BE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621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10" name="family-number-2">
            <a:extLst xmlns:a="http://schemas.openxmlformats.org/drawingml/2006/main">
              <a:ext uri="{FF2B5EF4-FFF2-40B4-BE49-F238E27FC236}">
                <a16:creationId xmlns:a16="http://schemas.microsoft.com/office/drawing/2014/main" id="{982EC5C7-4A4D-4BD7-A30D-3CB1BCC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family-2">
            <a:extLst xmlns:a="http://schemas.openxmlformats.org/drawingml/2006/main">
              <a:ext uri="{FF2B5EF4-FFF2-40B4-BE49-F238E27FC236}">
                <a16:creationId xmlns:a16="http://schemas.microsoft.com/office/drawing/2014/main" id="{CD406E96-8EDB-40D4-B0D7-26961D35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337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Simple 7</a:t>
            </a:r>
          </a:p>
        </p:txBody>
      </p:sp>
      <p:sp>
        <p:nvSpPr>
          <p:cNvPr id="12" name="family-number-3">
            <a:extLst xmlns:a="http://schemas.openxmlformats.org/drawingml/2006/main">
              <a:ext uri="{FF2B5EF4-FFF2-40B4-BE49-F238E27FC236}">
                <a16:creationId xmlns:a16="http://schemas.microsoft.com/office/drawing/2014/main" id="{6433EE24-E284-4BE0-8743-5EA84E19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family-3">
            <a:extLst xmlns:a="http://schemas.openxmlformats.org/drawingml/2006/main">
              <a:ext uri="{FF2B5EF4-FFF2-40B4-BE49-F238E27FC236}">
                <a16:creationId xmlns:a16="http://schemas.microsoft.com/office/drawing/2014/main" id="{BCC55639-8763-49A1-A21F-9D765E3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05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Comparisons</a:t>
            </a:r>
          </a:p>
        </p:txBody>
      </p:sp>
      <p:sp>
        <p:nvSpPr>
          <p:cNvPr id="14" name="family-number-4">
            <a:extLst xmlns:a="http://schemas.openxmlformats.org/drawingml/2006/main">
              <a:ext uri="{FF2B5EF4-FFF2-40B4-BE49-F238E27FC236}">
                <a16:creationId xmlns:a16="http://schemas.microsoft.com/office/drawing/2014/main" id="{7BFEE298-0634-4C50-A00D-8550218D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family-4">
            <a:extLst xmlns:a="http://schemas.openxmlformats.org/drawingml/2006/main">
              <a:ext uri="{FF2B5EF4-FFF2-40B4-BE49-F238E27FC236}">
                <a16:creationId xmlns:a16="http://schemas.microsoft.com/office/drawing/2014/main" id="{3608F311-4D5C-4577-B236-CC3E1CF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768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Accomplishments</a:t>
            </a:r>
          </a:p>
        </p:txBody>
      </p:sp>
    </p:spTree>
    <p:extLst>
      <p:ext uri="{BB962C8B-B14F-4D97-AF65-F5344CB8AC3E}">
        <p14:creationId xmlns:p14="http://schemas.microsoft.com/office/powerpoint/2010/main" val="1114617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B173FB-F0DD-4F2D-9C78-6459043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419C0C-EF14-47A1-8E85-DD32A0A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INFORMATION AND INTERPRETATION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FCB5B5F-B215-473A-89D3-94DEB4B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53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context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0C1C3CE3-3085-48A9-82D7-32BB4F2E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33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Mentioning fatigue less often is a comparison. Whether that is good depends on the context.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ECC7D77E-B90B-4E37-AE61-B164379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raised the cohort and wording questions while developing reusable insight widgets.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7758bdfa24471"/>
          <a:stretch xmlns:a="http://schemas.openxmlformats.org/drawingml/2006/main"/>
        </p:blipFill>
        <p:spPr>
          <a:xfrm xmlns:a="http://schemas.openxmlformats.org/drawingml/2006/main">
            <a:off x="5876925" y="2201702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18B70CB4-4EA1-487D-95AC-0AAFB66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1531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 with sample values</a:t>
            </a:r>
          </a:p>
        </p:txBody>
      </p:sp>
    </p:spTree>
    <p:extLst>
      <p:ext uri="{BB962C8B-B14F-4D97-AF65-F5344CB8AC3E}">
        <p14:creationId xmlns:p14="http://schemas.microsoft.com/office/powerpoint/2010/main" val="1069526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AFFD16-A3E2-4DDB-AB5B-2AB4AB4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0DB34F-65B0-412B-8C09-9B8B121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/ RESEARCH TO DESIGN, 2023–2025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D021AE5-3827-46DE-A1C3-92D6251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10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Put a visible choice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beside the finding</a:t>
            </a:r>
          </a:p>
        </p:txBody>
      </p:sp>
      <p:sp>
        <p:nvSpPr>
          <p:cNvPr id="4" name="finding">
            <a:extLst xmlns:a="http://schemas.openxmlformats.org/drawingml/2006/main">
              <a:ext uri="{FF2B5EF4-FFF2-40B4-BE49-F238E27FC236}">
                <a16:creationId xmlns:a16="http://schemas.microsoft.com/office/drawing/2014/main" id="{73CB25AC-8DAE-46E1-9673-A1FF03D7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857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original login error sat below the form. The recommendation connected the feedback to the password field.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D8D3927E-8BA6-499B-B408-276FD637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857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developed recommendations and collaborated with the lead UX designer. Fuller recovery guidance still needed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d95908ea547b7"/>
          <a:stretch xmlns:a="http://schemas.openxmlformats.org/drawingml/2006/main"/>
        </p:blipFill>
        <p:spPr>
          <a:xfrm xmlns:a="http://schemas.openxmlformats.org/drawingml/2006/main">
            <a:off x="6870958" y="3009900"/>
            <a:ext cx="3774558" cy="2705100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122CC9D1-ADEF-4B89-9FC3-C3715C1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674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interface · implementation unverified</a:t>
            </a:r>
          </a:p>
        </p:txBody>
      </p:sp>
    </p:spTree>
    <p:extLst>
      <p:ext uri="{BB962C8B-B14F-4D97-AF65-F5344CB8AC3E}">
        <p14:creationId xmlns:p14="http://schemas.microsoft.com/office/powerpoint/2010/main" val="1459284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034A1F-9394-4A9C-9127-4AFF3DEF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92C48E-E63D-46E4-8C67-6D5B98A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+ OAK / TEAM COLLABORATION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60FCB10-1BB8-44BF-A425-A871F439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handoff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design conversation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B1B6A027-2F98-42A4-94BD-D25852A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334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walkthroughs put the state, the next action, and the unresolved choice where a team can review them.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11D8C736-0E5A-4E1F-B792-5A604B5C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Connect the normal path to waiting and recovery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885678FB-D1A6-48DE-9323-AA8B98D2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Explain the alternative and its tradeoff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A72886DC-1871-43A6-82BD-4F20C2B0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Revise with developers as constraints become clear</a:t>
            </a:r>
          </a:p>
        </p:txBody>
      </p:sp>
    </p:spTree>
    <p:extLst>
      <p:ext uri="{BB962C8B-B14F-4D97-AF65-F5344CB8AC3E}">
        <p14:creationId xmlns:p14="http://schemas.microsoft.com/office/powerpoint/2010/main" val="810189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B73555-D8B8-4C05-A9C9-97CDF747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BDAD468-6BE0-4981-83DE-FE0B3067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LIVEFRONT /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3270C5D-88ED-4604-82A0-66812E3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Start with one complete client task</a:t>
            </a:r>
          </a:p>
        </p:txBody>
      </p:sp>
      <p:sp>
        <p:nvSpPr>
          <p:cNvPr id="4" name="proposed-intro">
            <a:extLst xmlns:a="http://schemas.openxmlformats.org/drawingml/2006/main">
              <a:ext uri="{FF2B5EF4-FFF2-40B4-BE49-F238E27FC236}">
                <a16:creationId xmlns:a16="http://schemas.microsoft.com/office/drawing/2014/main" id="{87792023-4930-49DD-A0BA-6715D03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14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align with the client and team on the task, the constraints, and what the next design decision needs to resolve.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939BDD99-1F7D-4D20-9BBF-D58A4C89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Understand the user’s goal and delivery constraints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884E1167-99C6-4AF1-9ED8-AB61EFE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Prototype the path, including waiting and recovery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CFBDC2DC-1B9F-493F-A314-45D63A4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Review with users and engineering, then refine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149E19F6-2540-4202-8BE5-C70CFD7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collaboration approach; no prior Livefront client 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621722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70367B-FF64-448A-94CB-01B36E4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474B3EB-D76B-4B12-BDB3-6A952BA5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LIVEFRONT PRODUCT DESIGNER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ABC5B3C-3CA3-4EA9-9155-1E5E12A4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D6D29668-AB99-4218-AA3E-B87E66F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28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Mobile flows, research-informed design,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clear engineering handoffs.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85BBE5D6-FAAE-4460-80EF-6CD8803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/ U.S. remote work / Occasional travel available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40DA7760-18EF-42EC-9737-F57EE9F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f6579d7657324553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84937602-8BE2-401B-A6A7-6CE887B6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92be84f3b8c431a"/>
              </a:rPr>
              <a:t>Portfolio selected for Livefront</a:t>
            </a:r>
          </a:p>
        </p:txBody>
      </p:sp>
    </p:spTree>
    <p:extLst>
      <p:ext uri="{BB962C8B-B14F-4D97-AF65-F5344CB8AC3E}">
        <p14:creationId xmlns:p14="http://schemas.microsoft.com/office/powerpoint/2010/main" val="1320243639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2026-09-08T20:01:28.7400000Z</dcterms:created>
  <dcterms:modified xsi:type="dcterms:W3CDTF">2026-09-08T20:01:28.7400000Z</dcterms:modified>
</coreProperties>
</file>