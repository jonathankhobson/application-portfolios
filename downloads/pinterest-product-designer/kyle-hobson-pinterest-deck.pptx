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b1b9cdc07f4f53" /><Relationship Type="http://schemas.openxmlformats.org/officeDocument/2006/relationships/extended-properties" Target="/docProps/app.xml" Id="R49bf05f024254058" /><Relationship Type="http://schemas.openxmlformats.org/officeDocument/2006/relationships/officeDocument" Target="/ppt/presentation.xml" Id="Rd9772007d3bf4930" /></Relationships>
</file>

<file path=ppt/presentation.xml><?xml version="1.0" encoding="utf-8"?>
<p:presentation xmlns:p="http://schemas.openxmlformats.org/presentationml/2006/main">
  <p:sldMasterIdLst>
    <p:sldMasterId xmlns:r="http://schemas.openxmlformats.org/officeDocument/2006/relationships" id="2147483648" r:id="Re65c3276b02e4a87"/>
  </p:sldMasterIdLst>
  <p:notesMasterIdLst>
    <p:notesMasterId xmlns:r="http://schemas.openxmlformats.org/officeDocument/2006/relationships" r:id="Rfbb40d68ef4c4a83"/>
  </p:notesMasterIdLst>
  <p:sldIdLst>
    <p:sldId xmlns:r="http://schemas.openxmlformats.org/officeDocument/2006/relationships" id="256" r:id="R143dc9dd134c4f4b"/>
    <p:sldId xmlns:r="http://schemas.openxmlformats.org/officeDocument/2006/relationships" id="257" r:id="Ra6e6168424874dde"/>
    <p:sldId xmlns:r="http://schemas.openxmlformats.org/officeDocument/2006/relationships" id="258" r:id="Ra786a19bd87e4801"/>
    <p:sldId xmlns:r="http://schemas.openxmlformats.org/officeDocument/2006/relationships" id="259" r:id="Rc38e909ec1d941de"/>
    <p:sldId xmlns:r="http://schemas.openxmlformats.org/officeDocument/2006/relationships" id="260" r:id="Rd7f44718cf7f453c"/>
    <p:sldId xmlns:r="http://schemas.openxmlformats.org/officeDocument/2006/relationships" id="261" r:id="Re8949d65d7d24f1c"/>
    <p:sldId xmlns:r="http://schemas.openxmlformats.org/officeDocument/2006/relationships" id="262" r:id="Rd13d0a4d7bae4398"/>
    <p:sldId xmlns:r="http://schemas.openxmlformats.org/officeDocument/2006/relationships" id="263" r:id="R6f092fe6bfdf457d"/>
    <p:sldId xmlns:r="http://schemas.openxmlformats.org/officeDocument/2006/relationships" id="264" r:id="R0ab9411891684749"/>
    <p:sldId xmlns:r="http://schemas.openxmlformats.org/officeDocument/2006/relationships" id="265" r:id="R6701c9c194bd4436"/>
    <p:sldId xmlns:r="http://schemas.openxmlformats.org/officeDocument/2006/relationships" id="266" r:id="R681b1faeff0045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15a28a1d1944e9" /><Relationship Type="http://schemas.openxmlformats.org/officeDocument/2006/relationships/slideMaster" Target="/ppt/slideMasters/slideMaster1.xml" Id="Re65c3276b02e4a87" /><Relationship Type="http://schemas.openxmlformats.org/officeDocument/2006/relationships/notesMaster" Target="/ppt/notesMasters/notesMaster1.xml" Id="Rfbb40d68ef4c4a83" /><Relationship Type="http://schemas.openxmlformats.org/officeDocument/2006/relationships/presProps" Target="/ppt/presProps.xml" Id="Rb29624d9778f46b8" /><Relationship Type="http://schemas.openxmlformats.org/officeDocument/2006/relationships/tableStyles" Target="/ppt/tableStyles.xml" Id="R9fb8b4eb1a2549f8" /><Relationship Type="http://schemas.openxmlformats.org/officeDocument/2006/relationships/slide" Target="/ppt/slides/slide1.xml" Id="R143dc9dd134c4f4b" /><Relationship Type="http://schemas.openxmlformats.org/officeDocument/2006/relationships/slide" Target="/ppt/slides/slide2.xml" Id="Ra6e6168424874dde" /><Relationship Type="http://schemas.openxmlformats.org/officeDocument/2006/relationships/slide" Target="/ppt/slides/slide3.xml" Id="Ra786a19bd87e4801" /><Relationship Type="http://schemas.openxmlformats.org/officeDocument/2006/relationships/slide" Target="/ppt/slides/slide4.xml" Id="Rc38e909ec1d941de" /><Relationship Type="http://schemas.openxmlformats.org/officeDocument/2006/relationships/slide" Target="/ppt/slides/slide5.xml" Id="Rd7f44718cf7f453c" /><Relationship Type="http://schemas.openxmlformats.org/officeDocument/2006/relationships/slide" Target="/ppt/slides/slide6.xml" Id="Re8949d65d7d24f1c" /><Relationship Type="http://schemas.openxmlformats.org/officeDocument/2006/relationships/slide" Target="/ppt/slides/slide7.xml" Id="Rd13d0a4d7bae4398" /><Relationship Type="http://schemas.openxmlformats.org/officeDocument/2006/relationships/slide" Target="/ppt/slides/slide8.xml" Id="R6f092fe6bfdf457d" /><Relationship Type="http://schemas.openxmlformats.org/officeDocument/2006/relationships/slide" Target="/ppt/slides/slide9.xml" Id="R0ab9411891684749" /><Relationship Type="http://schemas.openxmlformats.org/officeDocument/2006/relationships/slide" Target="/ppt/slides/slide10.xml" Id="R6701c9c194bd4436" /><Relationship Type="http://schemas.openxmlformats.org/officeDocument/2006/relationships/slide" Target="/ppt/slides/slide11.xml" Id="R681b1faeff0045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ef69cab42e47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ab36fed262482b" /><Relationship Type="http://schemas.openxmlformats.org/officeDocument/2006/relationships/notesMaster" Target="/ppt/notesMasters/notesMaster1.xml" Id="R806a46a6638c4e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8a4f998be44463" /><Relationship Type="http://schemas.openxmlformats.org/officeDocument/2006/relationships/notesMaster" Target="/ppt/notesMasters/notesMaster1.xml" Id="R63fdde176af246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3fa12bb07b4cfc" /><Relationship Type="http://schemas.openxmlformats.org/officeDocument/2006/relationships/notesMaster" Target="/ppt/notesMasters/notesMaster1.xml" Id="R1d03077b4dfc4a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68d46aa960479d" /><Relationship Type="http://schemas.openxmlformats.org/officeDocument/2006/relationships/notesMaster" Target="/ppt/notesMasters/notesMaster1.xml" Id="Rb9cbf2c9d49948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ca8117532d47ca" /><Relationship Type="http://schemas.openxmlformats.org/officeDocument/2006/relationships/notesMaster" Target="/ppt/notesMasters/notesMaster1.xml" Id="R84fac299408041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db32bb248342fe" /><Relationship Type="http://schemas.openxmlformats.org/officeDocument/2006/relationships/notesMaster" Target="/ppt/notesMasters/notesMaster1.xml" Id="R2756b91fbe4e4e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c0bcca9ea2447e" /><Relationship Type="http://schemas.openxmlformats.org/officeDocument/2006/relationships/notesMaster" Target="/ppt/notesMasters/notesMaster1.xml" Id="R9685008fe5c044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76afa2ba394006" /><Relationship Type="http://schemas.openxmlformats.org/officeDocument/2006/relationships/notesMaster" Target="/ppt/notesMasters/notesMaster1.xml" Id="Rec6718dfcf604d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c044b0cd814f2b" /><Relationship Type="http://schemas.openxmlformats.org/officeDocument/2006/relationships/notesMaster" Target="/ppt/notesMasters/notesMaster1.xml" Id="R523cebbe75dc43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7b4b8e5fef4803" /><Relationship Type="http://schemas.openxmlformats.org/officeDocument/2006/relationships/notesMaster" Target="/ppt/notesMasters/notesMaster1.xml" Id="R0cd7f76bbd924a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348f771d6042e0" /><Relationship Type="http://schemas.openxmlformats.org/officeDocument/2006/relationships/notesMaster" Target="/ppt/notesMasters/notesMaster1.xml" Id="R8aaee9e32d2f47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original SmartTagIt Flint entry-state design export. This is adjacent interaction-design evidence for a notifications role, not prior notification-program ownership.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public AI portfolio and Prompt Compass beta.3 release dated April 27, 2026. The image reformats an original May 2026 developer-authored regression fixture. It is a designed expected-result example, not a customer incident or independent effectiveness benchmark. Later local evaluation work is distinct from the April release. This project establishes working AI tool implementation; it is not a Pinterest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 Pinterest notification design problem, grounded in Kyle’s Figma prototypes, documented interaction states and developer collaboration. No Pinterest user research, notification experiment or engagement uplift is claimed. This is not prior work for Pinterest or a measured product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c335034ffd49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ed33e273734ea0" /><Relationship Type="http://schemas.openxmlformats.org/officeDocument/2006/relationships/slideLayout" Target="/ppt/slideLayouts/slideLayout1.xml" Id="R7905c6aa764e4c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05c6aa764e4c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3ca32edc00488a" /><Relationship Type="http://schemas.openxmlformats.org/officeDocument/2006/relationships/image" Target="/ppt/media/image.png" Id="R8f4f724e80f948b5" /><Relationship Type="http://schemas.openxmlformats.org/officeDocument/2006/relationships/notesSlide" Target="/ppt/notesSlides/notesSlide1.xml" Id="R3ba24dd276644c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ccd1f871554b31" /><Relationship Type="http://schemas.openxmlformats.org/officeDocument/2006/relationships/image" Target="/ppt/media/image2.png" Id="R7d90a3da4c5c4ba1" /><Relationship Type="http://schemas.openxmlformats.org/officeDocument/2006/relationships/notesSlide" Target="/ppt/notesSlides/notesSlide2.xml" Id="Re4192a5f1ee142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ad941a3d7f4837" /><Relationship Type="http://schemas.openxmlformats.org/officeDocument/2006/relationships/image" Target="/ppt/media/image3.png" Id="Rfabe1f60d2d44105" /><Relationship Type="http://schemas.openxmlformats.org/officeDocument/2006/relationships/image" Target="/ppt/media/image4.png" Id="R4c645b5af23749e0" /><Relationship Type="http://schemas.openxmlformats.org/officeDocument/2006/relationships/notesSlide" Target="/ppt/notesSlides/notesSlide3.xml" Id="R2a3e2849e4614b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610025d3d24938" /><Relationship Type="http://schemas.openxmlformats.org/officeDocument/2006/relationships/image" Target="/ppt/media/image5.png" Id="Rb49e8f3fec224d7a" /><Relationship Type="http://schemas.openxmlformats.org/officeDocument/2006/relationships/image" Target="/ppt/media/image6.png" Id="R5f2f98fb0e9b4041" /><Relationship Type="http://schemas.openxmlformats.org/officeDocument/2006/relationships/notesSlide" Target="/ppt/notesSlides/notesSlide4.xml" Id="R0ff1509ccb6f4c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66170bc58942f3" /><Relationship Type="http://schemas.openxmlformats.org/officeDocument/2006/relationships/image" Target="/ppt/media/image7.png" Id="R1b11184adf0149aa" /><Relationship Type="http://schemas.openxmlformats.org/officeDocument/2006/relationships/notesSlide" Target="/ppt/notesSlides/notesSlide5.xml" Id="R1660da34acc043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7a4bf439644189" /><Relationship Type="http://schemas.openxmlformats.org/officeDocument/2006/relationships/image" Target="/ppt/media/image8.png" Id="Rc4d38aaa8b784e33" /><Relationship Type="http://schemas.openxmlformats.org/officeDocument/2006/relationships/notesSlide" Target="/ppt/notesSlides/notesSlide6.xml" Id="Reaf4b4edf50741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2a69d69c244b93" /><Relationship Type="http://schemas.openxmlformats.org/officeDocument/2006/relationships/image" Target="/ppt/media/image9.png" Id="R80fe1f8099224ed0" /><Relationship Type="http://schemas.openxmlformats.org/officeDocument/2006/relationships/hyperlink" Target="https://github.com/JonathanKHobson/prompt-compass/releases/tag/v0.1.0-beta.3" TargetMode="External" Id="R62fc2a4a9d624184" /><Relationship Type="http://schemas.openxmlformats.org/officeDocument/2006/relationships/notesSlide" Target="/ppt/notesSlides/notesSlide7.xml" Id="R02564bf5a55046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79df08d8d2413e" /><Relationship Type="http://schemas.openxmlformats.org/officeDocument/2006/relationships/image" Target="/ppt/media/image10.png" Id="R9965632d01a94c41" /><Relationship Type="http://schemas.openxmlformats.org/officeDocument/2006/relationships/notesSlide" Target="/ppt/notesSlides/notesSlide8.xml" Id="R90aa1bc38a7847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3a7fa313d14899" /><Relationship Type="http://schemas.openxmlformats.org/officeDocument/2006/relationships/image" Target="/ppt/media/image11.png" Id="Ra7a56c76d9374e30" /><Relationship Type="http://schemas.openxmlformats.org/officeDocument/2006/relationships/image" Target="/ppt/media/image12.png" Id="R22b33bd7371a4258" /><Relationship Type="http://schemas.openxmlformats.org/officeDocument/2006/relationships/image" Target="/ppt/media/image13.png" Id="Rb00a6ebb703d4e84" /><Relationship Type="http://schemas.openxmlformats.org/officeDocument/2006/relationships/notesSlide" Target="/ppt/notesSlides/notesSlide9.xml" Id="R6d5f188f16eb43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5c3463a1ad4d24" /><Relationship Type="http://schemas.openxmlformats.org/officeDocument/2006/relationships/image" Target="/ppt/media/image.jpeg" Id="R8ff01d12c42a434c" /><Relationship Type="http://schemas.openxmlformats.org/officeDocument/2006/relationships/notesSlide" Target="/ppt/notesSlides/notesSlide10.xml" Id="R2aeeee1306cd41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c8e9c87eaf480c" /><Relationship Type="http://schemas.openxmlformats.org/officeDocument/2006/relationships/hyperlink" Target="mailto:JonathanKyleHobson@gmail.com" TargetMode="External" Id="Rf2e1e42c4945436b" /><Relationship Type="http://schemas.openxmlformats.org/officeDocument/2006/relationships/hyperlink" Target="https://jonathankhobson.github.io/application-portfolios/pinterest-product-designer/" TargetMode="External" Id="R9432969469f54a07" /><Relationship Type="http://schemas.openxmlformats.org/officeDocument/2006/relationships/notesSlide" Target="/ppt/notesSlides/notesSlide11.xml" Id="R70cd066619a3434a"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F9C785B9-197D-4378-8ED3-4A25C4E10DD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0671D7C0-19C7-4519-ABA6-EF7D9D87A4DE}"/>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PINTEREST · PRODUCT DESIGNER II, NOTIFICATIONS</a:t>
            </a:r>
          </a:p>
        </p:txBody>
      </p:sp>
      <p:sp>
        <p:nvSpPr>
          <p:cNvPr id="3" name="headline">
            <a:extLst xmlns:a="http://schemas.openxmlformats.org/drawingml/2006/main">
              <a:ext uri="{FF2B5EF4-FFF2-40B4-BE49-F238E27FC236}">
                <a16:creationId xmlns:a16="http://schemas.microsoft.com/office/drawing/2014/main" id="{9773397A-1AB5-4561-BEBF-B450FF6B9E11}"/>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A clear choice.</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A useful next step.</a:t>
            </a:r>
          </a:p>
        </p:txBody>
      </p:sp>
      <p:sp>
        <p:nvSpPr>
          <p:cNvPr id="4" name="cover-intro">
            <a:extLst xmlns:a="http://schemas.openxmlformats.org/drawingml/2006/main">
              <a:ext uri="{FF2B5EF4-FFF2-40B4-BE49-F238E27FC236}">
                <a16:creationId xmlns:a16="http://schemas.microsoft.com/office/drawing/2014/main" id="{03BA88B8-2B84-4C06-8B0D-8F6FD96EB929}"/>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Interaction states, user control,</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research that sharpens the next design.</a:t>
            </a:r>
          </a:p>
        </p:txBody>
      </p:sp>
      <p:sp>
        <p:nvSpPr>
          <p:cNvPr id="5" name="cover-accent">
            <a:extLst xmlns:a="http://schemas.openxmlformats.org/drawingml/2006/main">
              <a:ext uri="{FF2B5EF4-FFF2-40B4-BE49-F238E27FC236}">
                <a16:creationId xmlns:a16="http://schemas.microsoft.com/office/drawing/2014/main" id="{86E58466-CA32-4CD6-88F6-875101D1EA0A}"/>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22A437F3-9E76-4C40-B838-2EF3B48BDCC6}"/>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Pinterest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f4f724e80f948b5"/>
          <a:stretch xmlns:a="http://schemas.openxmlformats.org/drawingml/2006/main"/>
        </p:blipFill>
        <p:spPr>
          <a:xfrm xmlns:a="http://schemas.openxmlformats.org/drawingml/2006/main">
            <a:off x="8391644" y="1047750"/>
            <a:ext cx="2542936" cy="5448300"/>
          </a:xfrm>
          <a:prstGeom xmlns:a="http://schemas.openxmlformats.org/drawingml/2006/main" prst="rect">
            <a:avLst/>
          </a:prstGeom>
        </p:spPr>
      </p:pic>
    </p:spTree>
    <p:extLst>
      <p:ext uri="{BB962C8B-B14F-4D97-AF65-F5344CB8AC3E}">
        <p14:creationId xmlns:p14="http://schemas.microsoft.com/office/powerpoint/2010/main" val="849898072"/>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109B8653-DA9A-467C-B7A9-166F6515CB9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50DB3F4C-2716-4FCA-B828-2C9508849AD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F92CF33D-4300-40A7-9A19-CB7CD76BC963}"/>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6DABB8F9-3737-4F1D-89F2-673EA6A8FBC7}"/>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6B0375D8-B7D7-413A-9F48-05409A0A6B1B}"/>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6F4198FD-0E3D-427C-A02C-4AEE41370BE3}"/>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D29016A9-FBA6-47B0-9A4C-781136B12378}"/>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875FD2A2-B62A-492A-B8D6-C03501DE44E8}"/>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d90a3da4c5c4ba1"/>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1316732602"/>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09DDB08B-363C-4843-BEF1-D1AE6E26280E}"/>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83EB310D-9669-4290-A528-5EB05CF080B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18476737-384A-47EB-BE85-FAA6F793EC6D}"/>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1179494C-96F2-4024-97C0-2AFC4B1B4247}"/>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890CE004-686D-4617-8354-99478D5BD766}"/>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abe1f60d2d44105"/>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B7B24575-BDEE-4688-AA8D-47E6096EE481}"/>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c645b5af23749e0"/>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2047503372"/>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5359AACD-C737-44A1-852F-5F4C4EF2AA1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190C2130-71E5-4C0C-919F-3F6CFA049BF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5C6988EB-A92D-4861-9020-0C473849F0A9}"/>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601B0D9B-06EE-4E2A-BA4D-326ACF940003}"/>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C397EE1A-7818-4AE4-AD53-A9F9E97A1220}"/>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F150EAD9-0260-4246-B69A-D738E25D9F5D}"/>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5429D00C-6692-42E6-8EC9-2A9E75952F8D}"/>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49e8f3fec224d7a"/>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f2f98fb0e9b4041"/>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1808229822"/>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40D40596-B40C-4C90-9956-3DEA639A03C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3A3F9F67-2112-455F-ADA4-02C7A678342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D0EBF0FA-EF20-4039-A0E6-19E91543A9A3}"/>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538273AC-AECE-47EA-BAB9-65B0F48DE026}"/>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4CD3072B-EF03-450A-B78E-39763EE3014E}"/>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40CF054F-B833-41E5-9C52-D7B6970D561C}"/>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b11184adf0149aa"/>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170350743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E0D46A03-6D0A-4A78-A3B5-20931EFECA05}"/>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F5152ADD-F929-4DFD-B792-4D09E6E22B6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4D99133D-28ED-4F78-9068-4E992CE73F1F}"/>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A603DDFC-E776-4D3A-BC77-633943FA071C}"/>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2DF7D951-C1B4-4740-A6CB-EFF0EFD6B414}"/>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4d38aaa8b784e33"/>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29BC490D-E21C-4A32-8927-66000DC6EAF6}"/>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292616766"/>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B00FF381-3339-49B8-A14B-8C0ECFE2A530}"/>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274027F8-48EE-489A-AFF7-64CA1A3A53D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INDEPENDENT PROJECT</a:t>
            </a:r>
          </a:p>
        </p:txBody>
      </p:sp>
      <p:sp>
        <p:nvSpPr>
          <p:cNvPr id="3" name="headline">
            <a:extLst xmlns:a="http://schemas.openxmlformats.org/drawingml/2006/main">
              <a:ext uri="{FF2B5EF4-FFF2-40B4-BE49-F238E27FC236}">
                <a16:creationId xmlns:a16="http://schemas.microsoft.com/office/drawing/2014/main" id="{3D93824C-EB0B-49A6-AC1E-F07A6C44F7E3}"/>
              </a:ext>
            </a:extLst>
          </p:cNvPr>
          <p:cNvSpPr>
            <a:spLocks xmlns:a="http://schemas.openxmlformats.org/drawingml/2006/main" noGrp="1"/>
          </p:cNvSpPr>
          <p:nvPr/>
        </p:nvSpPr>
        <p:spPr>
          <a:xfrm xmlns:a="http://schemas.openxmlformats.org/drawingml/2006/main">
            <a:off x="609600" y="1123950"/>
            <a:ext cx="48006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Make the task</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explicit.</a:t>
            </a:r>
          </a:p>
        </p:txBody>
      </p:sp>
      <p:sp>
        <p:nvSpPr>
          <p:cNvPr id="4" name="tool-contribution">
            <a:extLst xmlns:a="http://schemas.openxmlformats.org/drawingml/2006/main">
              <a:ext uri="{FF2B5EF4-FFF2-40B4-BE49-F238E27FC236}">
                <a16:creationId xmlns:a16="http://schemas.microsoft.com/office/drawing/2014/main" id="{C0C46495-2675-4193-B461-ECF1100B0E5C}"/>
              </a:ext>
            </a:extLst>
          </p:cNvPr>
          <p:cNvSpPr>
            <a:spLocks xmlns:a="http://schemas.openxmlformats.org/drawingml/2006/main" noGrp="1"/>
          </p:cNvSpPr>
          <p:nvPr/>
        </p:nvSpPr>
        <p:spPr>
          <a:xfrm xmlns:a="http://schemas.openxmlformats.org/drawingml/2006/main">
            <a:off x="609600" y="3076575"/>
            <a:ext cx="43434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built and released a tool that helps an AI assistant inspect requirements and compare prompt versions.</a:t>
            </a:r>
          </a:p>
        </p:txBody>
      </p:sp>
      <p:sp>
        <p:nvSpPr>
          <p:cNvPr id="5" name="tool-boundary">
            <a:extLst xmlns:a="http://schemas.openxmlformats.org/drawingml/2006/main">
              <a:ext uri="{FF2B5EF4-FFF2-40B4-BE49-F238E27FC236}">
                <a16:creationId xmlns:a16="http://schemas.microsoft.com/office/drawing/2014/main" id="{1BAD8DAE-9491-443C-8F4B-26B17E8AAAD9}"/>
              </a:ext>
            </a:extLst>
          </p:cNvPr>
          <p:cNvSpPr>
            <a:spLocks xmlns:a="http://schemas.openxmlformats.org/drawingml/2006/main" noGrp="1"/>
          </p:cNvSpPr>
          <p:nvPr/>
        </p:nvSpPr>
        <p:spPr>
          <a:xfrm xmlns:a="http://schemas.openxmlformats.org/drawingml/2006/main">
            <a:off x="609600" y="4838700"/>
            <a:ext cx="4343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Public beta released April 2026.</a:t>
            </a:r>
          </a:p>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The pictured local test asks whether a rewrite preserves required output behavior.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0fe1f8099224ed0"/>
          <a:stretch xmlns:a="http://schemas.openxmlformats.org/drawingml/2006/main"/>
        </p:blipFill>
        <p:spPr>
          <a:xfrm xmlns:a="http://schemas.openxmlformats.org/drawingml/2006/main">
            <a:off x="5514975" y="1658112"/>
            <a:ext cx="6038850" cy="4589526"/>
          </a:xfrm>
          <a:prstGeom xmlns:a="http://schemas.openxmlformats.org/drawingml/2006/main" prst="rect">
            <a:avLst/>
          </a:prstGeom>
        </p:spPr>
      </p:pic>
      <p:sp>
        <p:nvSpPr>
          <p:cNvPr id="7" name="public-release-surface">
            <a:extLst xmlns:a="http://schemas.openxmlformats.org/drawingml/2006/main">
              <a:ext uri="{FF2B5EF4-FFF2-40B4-BE49-F238E27FC236}">
                <a16:creationId xmlns:a16="http://schemas.microsoft.com/office/drawing/2014/main" id="{B9FD45DE-42BE-43F3-A67E-7A106809530C}"/>
              </a:ext>
            </a:extLst>
          </p:cNvPr>
          <p:cNvSpPr>
            <a:spLocks xmlns:a="http://schemas.openxmlformats.org/drawingml/2006/main" noGrp="1"/>
          </p:cNvSpPr>
          <p:nvPr/>
        </p:nvSpPr>
        <p:spPr>
          <a:xfrm xmlns:a="http://schemas.openxmlformats.org/drawingml/2006/main">
            <a:off x="609600" y="6048375"/>
            <a:ext cx="3124200" cy="438150"/>
          </a:xfrm>
          <a:prstGeom xmlns:a="http://schemas.openxmlformats.org/drawingml/2006/main" prst="rect">
            <a:avLst/>
          </a:prstGeom>
          <a:solidFill xmlns:a="http://schemas.openxmlformats.org/drawingml/2006/main">
            <a:srgbClr val="244D3C"/>
          </a:solidFill>
          <a:ln xmlns:a="http://schemas.openxmlformats.org/drawingml/2006/main" w="0">
            <a:noFill/>
          </a:ln>
        </p:spPr>
      </p:sp>
      <p:sp>
        <p:nvSpPr>
          <p:cNvPr id="8" name="public-release">
            <a:extLst xmlns:a="http://schemas.openxmlformats.org/drawingml/2006/main">
              <a:ext uri="{FF2B5EF4-FFF2-40B4-BE49-F238E27FC236}">
                <a16:creationId xmlns:a16="http://schemas.microsoft.com/office/drawing/2014/main" id="{F6F33122-5D2E-44CA-B398-EC7554EC43CB}"/>
              </a:ext>
            </a:extLst>
          </p:cNvPr>
          <p:cNvSpPr>
            <a:spLocks xmlns:a="http://schemas.openxmlformats.org/drawingml/2006/main" noGrp="1"/>
          </p:cNvSpPr>
          <p:nvPr/>
        </p:nvSpPr>
        <p:spPr>
          <a:xfrm xmlns:a="http://schemas.openxmlformats.org/drawingml/2006/main">
            <a:off x="762000" y="61626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u="sng">
                <a:solidFill>
                  <a:srgbClr val="DBEB89"/>
                </a:solidFill>
                <a:latin typeface="Helvetica Neue"/>
                <a:ea typeface="Helvetica Neue"/>
                <a:cs typeface="Helvetica Neue"/>
              </a:defRPr>
            </a:pPr>
            <a:r>
              <a:rPr sz="1350" b="0" u="sng">
                <a:solidFill>
                  <a:srgbClr val="DBEB89"/>
                </a:solidFill>
                <a:latin typeface="Helvetica Neue"/>
                <a:ea typeface="Helvetica Neue"/>
                <a:cs typeface="Helvetica Neue"/>
                <a:hlinkClick xmlns:r="http://schemas.openxmlformats.org/officeDocument/2006/relationships" r:id="R62fc2a4a9d624184"/>
              </a:rPr>
              <a:t>Explore the public beta</a:t>
            </a:r>
          </a:p>
        </p:txBody>
      </p:sp>
    </p:spTree>
    <p:extLst>
      <p:ext uri="{BB962C8B-B14F-4D97-AF65-F5344CB8AC3E}">
        <p14:creationId xmlns:p14="http://schemas.microsoft.com/office/powerpoint/2010/main" val="918026372"/>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9C9CC1FD-999C-4146-A8C1-0A513F5FC259}"/>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98175ABF-19B0-43F8-8252-D654CCB1DFB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C55213D2-0050-44F6-9C20-3C18484444E0}"/>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E6CDB311-81BF-4C26-AF67-1F3B28BA740B}"/>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A60CC2B8-FB83-499E-BC75-0029B7B2598A}"/>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1E0414F5-40FF-4F08-B6AF-CCA824100F6D}"/>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965632d01a94c41"/>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601963272"/>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8541D301-4569-4476-96B8-12E8B45914B0}"/>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ection-label">
            <a:extLst xmlns:a="http://schemas.openxmlformats.org/drawingml/2006/main">
              <a:ext uri="{FF2B5EF4-FFF2-40B4-BE49-F238E27FC236}">
                <a16:creationId xmlns:a16="http://schemas.microsoft.com/office/drawing/2014/main" id="{98674189-5928-4A44-A2A6-1F43736FE4E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46F19DF4-5863-4748-BC29-3D02F436CCA6}"/>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4AC2191A-37C6-46A4-A6BC-51D79C69A969}"/>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67099E31-5B23-4F42-BB4A-20D8F6FDC41E}"/>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9B7BB632-B4F8-4735-8360-722AE02633B6}"/>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AC841B69-A4A2-492F-BBC4-97D90FE06FF7}"/>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7a56c76d9374e30"/>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2b33bd7371a4258"/>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30E1934A-2882-4F0F-A53B-D45B45CC636D}"/>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00a6ebb703d4e84"/>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486B2950-8A99-442E-B44D-BF7D74F60346}"/>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1623548650"/>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28697F5B-EE6A-4D20-99FC-83546BF7EB87}"/>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
        <p:nvSpPr>
          <p:cNvPr id="2" name="story-image-surface">
            <a:extLst xmlns:a="http://schemas.openxmlformats.org/drawingml/2006/main">
              <a:ext uri="{FF2B5EF4-FFF2-40B4-BE49-F238E27FC236}">
                <a16:creationId xmlns:a16="http://schemas.microsoft.com/office/drawing/2014/main" id="{4F394992-E9EF-4A09-922C-8DCC6DD54290}"/>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ff01d12c42a434c"/>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DA541E4F-3559-4D7E-8230-85636EDBC416}"/>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 PROPOSED APPROACH TO PINTEREST NOTIFICATIONS</a:t>
            </a:r>
          </a:p>
        </p:txBody>
      </p:sp>
      <p:sp>
        <p:nvSpPr>
          <p:cNvPr id="5" name="headline">
            <a:extLst xmlns:a="http://schemas.openxmlformats.org/drawingml/2006/main">
              <a:ext uri="{FF2B5EF4-FFF2-40B4-BE49-F238E27FC236}">
                <a16:creationId xmlns:a16="http://schemas.microsoft.com/office/drawing/2014/main" id="{337A4AB3-437C-437D-91B1-D9CBAF99E089}"/>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interruption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worth it.</a:t>
            </a:r>
          </a:p>
        </p:txBody>
      </p:sp>
      <p:sp>
        <p:nvSpPr>
          <p:cNvPr id="6" name="story-documentary">
            <a:extLst xmlns:a="http://schemas.openxmlformats.org/drawingml/2006/main">
              <a:ext uri="{FF2B5EF4-FFF2-40B4-BE49-F238E27FC236}">
                <a16:creationId xmlns:a16="http://schemas.microsoft.com/office/drawing/2014/main" id="{747E82CB-5365-4E30-9623-170D785D716E}"/>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Start with the reason to return. Trace the message, destination and preference controls as one journey.</a:t>
            </a:r>
          </a:p>
        </p:txBody>
      </p:sp>
      <p:sp>
        <p:nvSpPr>
          <p:cNvPr id="7" name="story-now">
            <a:extLst xmlns:a="http://schemas.openxmlformats.org/drawingml/2006/main">
              <a:ext uri="{FF2B5EF4-FFF2-40B4-BE49-F238E27FC236}">
                <a16:creationId xmlns:a16="http://schemas.microsoft.com/office/drawing/2014/main" id="{ECD51003-2803-4E10-8382-A451BA98E628}"/>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test: check whether people understand why they received a message, what it opens, and how to change the preference.</a:t>
            </a:r>
          </a:p>
        </p:txBody>
      </p:sp>
      <p:sp>
        <p:nvSpPr>
          <p:cNvPr id="8" name="story-slide-number">
            <a:extLst xmlns:a="http://schemas.openxmlformats.org/drawingml/2006/main">
              <a:ext uri="{FF2B5EF4-FFF2-40B4-BE49-F238E27FC236}">
                <a16:creationId xmlns:a16="http://schemas.microsoft.com/office/drawing/2014/main" id="{69724388-546B-4DE8-B52F-4FF60E77767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966348789"/>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B0821965-C999-4612-8C0E-AA9D64FCBD1A}"/>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
        <p:nvSpPr>
          <p:cNvPr id="2" name="section-label">
            <a:extLst xmlns:a="http://schemas.openxmlformats.org/drawingml/2006/main">
              <a:ext uri="{FF2B5EF4-FFF2-40B4-BE49-F238E27FC236}">
                <a16:creationId xmlns:a16="http://schemas.microsoft.com/office/drawing/2014/main" id="{E04778C7-584F-414E-8689-B07A2CA9BA95}"/>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PINTEREST · PRODUCT DESIGNER II, NOTIFICATIONS</a:t>
            </a:r>
          </a:p>
        </p:txBody>
      </p:sp>
      <p:sp>
        <p:nvSpPr>
          <p:cNvPr id="3" name="headline">
            <a:extLst xmlns:a="http://schemas.openxmlformats.org/drawingml/2006/main">
              <a:ext uri="{FF2B5EF4-FFF2-40B4-BE49-F238E27FC236}">
                <a16:creationId xmlns:a16="http://schemas.microsoft.com/office/drawing/2014/main" id="{D058FDE1-B378-4855-BC7E-507E2A4C8993}"/>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 next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interaction useful</a:t>
            </a:r>
          </a:p>
        </p:txBody>
      </p:sp>
      <p:sp>
        <p:nvSpPr>
          <p:cNvPr id="4" name="contact-intent">
            <a:extLst xmlns:a="http://schemas.openxmlformats.org/drawingml/2006/main">
              <a:ext uri="{FF2B5EF4-FFF2-40B4-BE49-F238E27FC236}">
                <a16:creationId xmlns:a16="http://schemas.microsoft.com/office/drawing/2014/main" id="{B5C22037-5FC1-463F-9F4D-83BCC0132243}"/>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Pinterest’s Product Designer II, Notifications role.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16167536-788B-4369-A5F4-F4FD930D3817}"/>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f2e1e42c4945436b"/>
              </a:rPr>
              <a:t>JonathanKyleHobson@gmail.com</a:t>
            </a:r>
          </a:p>
        </p:txBody>
      </p:sp>
      <p:sp>
        <p:nvSpPr>
          <p:cNvPr id="6" name="public-profile">
            <a:extLst xmlns:a="http://schemas.openxmlformats.org/drawingml/2006/main">
              <a:ext uri="{FF2B5EF4-FFF2-40B4-BE49-F238E27FC236}">
                <a16:creationId xmlns:a16="http://schemas.microsoft.com/office/drawing/2014/main" id="{130BDE50-D12C-41B8-9B61-479426EBFFEE}"/>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9432969469f54a07"/>
              </a:rPr>
              <a:t>jonathankhobson.github.io/application-portfolios/pinterest-product-designer</a:t>
            </a:r>
          </a:p>
        </p:txBody>
      </p:sp>
    </p:spTree>
    <p:extLst>
      <p:ext uri="{BB962C8B-B14F-4D97-AF65-F5344CB8AC3E}">
        <p14:creationId xmlns:p14="http://schemas.microsoft.com/office/powerpoint/2010/main" val="307977109"/>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2026-09-08T17:34:06.7810000Z</dcterms:created>
  <dcterms:modified xsi:type="dcterms:W3CDTF">2026-09-08T17:34:06.7810000Z</dcterms:modified>
</coreProperties>
</file>