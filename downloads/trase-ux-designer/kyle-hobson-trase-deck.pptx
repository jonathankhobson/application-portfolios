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c6873dc5a74dd6" /><Relationship Type="http://schemas.openxmlformats.org/officeDocument/2006/relationships/extended-properties" Target="/docProps/app.xml" Id="R4af89d7486484cfc" /><Relationship Type="http://schemas.openxmlformats.org/officeDocument/2006/relationships/officeDocument" Target="/ppt/presentation.xml" Id="R76bcc6d8e3224efb" /></Relationships>
</file>

<file path=ppt/presentation.xml><?xml version="1.0" encoding="utf-8"?>
<p:presentation xmlns:p="http://schemas.openxmlformats.org/presentationml/2006/main">
  <p:sldMasterIdLst>
    <p:sldMasterId xmlns:r="http://schemas.openxmlformats.org/officeDocument/2006/relationships" id="2147483648" r:id="R237fea6591744946"/>
  </p:sldMasterIdLst>
  <p:notesMasterIdLst>
    <p:notesMasterId xmlns:r="http://schemas.openxmlformats.org/officeDocument/2006/relationships" r:id="Rf6e03e3fedda4941"/>
  </p:notesMasterIdLst>
  <p:sldIdLst>
    <p:sldId xmlns:r="http://schemas.openxmlformats.org/officeDocument/2006/relationships" id="256" r:id="R9aa35dcf95b84a16"/>
    <p:sldId xmlns:r="http://schemas.openxmlformats.org/officeDocument/2006/relationships" id="257" r:id="R007de7b4da584256"/>
    <p:sldId xmlns:r="http://schemas.openxmlformats.org/officeDocument/2006/relationships" id="258" r:id="Rd4cbe6eae60c4d08"/>
    <p:sldId xmlns:r="http://schemas.openxmlformats.org/officeDocument/2006/relationships" id="259" r:id="Rea729d7adca14f6f"/>
    <p:sldId xmlns:r="http://schemas.openxmlformats.org/officeDocument/2006/relationships" id="260" r:id="Re8e2a72e4a414521"/>
    <p:sldId xmlns:r="http://schemas.openxmlformats.org/officeDocument/2006/relationships" id="261" r:id="R79963f00473d4997"/>
    <p:sldId xmlns:r="http://schemas.openxmlformats.org/officeDocument/2006/relationships" id="262" r:id="R0702d02b360b4552"/>
    <p:sldId xmlns:r="http://schemas.openxmlformats.org/officeDocument/2006/relationships" id="263" r:id="Ra47af0069a3443c8"/>
    <p:sldId xmlns:r="http://schemas.openxmlformats.org/officeDocument/2006/relationships" id="264" r:id="R45862966b86c4b98"/>
    <p:sldId xmlns:r="http://schemas.openxmlformats.org/officeDocument/2006/relationships" id="265" r:id="R138d47f10ad649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b4bef110224a95" /><Relationship Type="http://schemas.openxmlformats.org/officeDocument/2006/relationships/slideMaster" Target="/ppt/slideMasters/slideMaster1.xml" Id="R237fea6591744946" /><Relationship Type="http://schemas.openxmlformats.org/officeDocument/2006/relationships/notesMaster" Target="/ppt/notesMasters/notesMaster1.xml" Id="Rf6e03e3fedda4941" /><Relationship Type="http://schemas.openxmlformats.org/officeDocument/2006/relationships/presProps" Target="/ppt/presProps.xml" Id="R3eb0a07d9bb748a3" /><Relationship Type="http://schemas.openxmlformats.org/officeDocument/2006/relationships/tableStyles" Target="/ppt/tableStyles.xml" Id="Raecf46246dd54470" /><Relationship Type="http://schemas.openxmlformats.org/officeDocument/2006/relationships/slide" Target="/ppt/slides/slide1.xml" Id="R9aa35dcf95b84a16" /><Relationship Type="http://schemas.openxmlformats.org/officeDocument/2006/relationships/slide" Target="/ppt/slides/slide2.xml" Id="R007de7b4da584256" /><Relationship Type="http://schemas.openxmlformats.org/officeDocument/2006/relationships/slide" Target="/ppt/slides/slide3.xml" Id="Rd4cbe6eae60c4d08" /><Relationship Type="http://schemas.openxmlformats.org/officeDocument/2006/relationships/slide" Target="/ppt/slides/slide4.xml" Id="Rea729d7adca14f6f" /><Relationship Type="http://schemas.openxmlformats.org/officeDocument/2006/relationships/slide" Target="/ppt/slides/slide5.xml" Id="Re8e2a72e4a414521" /><Relationship Type="http://schemas.openxmlformats.org/officeDocument/2006/relationships/slide" Target="/ppt/slides/slide6.xml" Id="R79963f00473d4997" /><Relationship Type="http://schemas.openxmlformats.org/officeDocument/2006/relationships/slide" Target="/ppt/slides/slide7.xml" Id="R0702d02b360b4552" /><Relationship Type="http://schemas.openxmlformats.org/officeDocument/2006/relationships/slide" Target="/ppt/slides/slide8.xml" Id="Ra47af0069a3443c8" /><Relationship Type="http://schemas.openxmlformats.org/officeDocument/2006/relationships/slide" Target="/ppt/slides/slide9.xml" Id="R45862966b86c4b98" /><Relationship Type="http://schemas.openxmlformats.org/officeDocument/2006/relationships/slide" Target="/ppt/slides/slide10.xml" Id="R138d47f10ad649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dc9e5804ec4d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1d676aadd44418" /><Relationship Type="http://schemas.openxmlformats.org/officeDocument/2006/relationships/notesMaster" Target="/ppt/notesMasters/notesMaster1.xml" Id="R6867806bcfec44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f4698b1ca94e2a" /><Relationship Type="http://schemas.openxmlformats.org/officeDocument/2006/relationships/notesMaster" Target="/ppt/notesMasters/notesMaster1.xml" Id="R478895948b0543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a0c242202e4233" /><Relationship Type="http://schemas.openxmlformats.org/officeDocument/2006/relationships/notesMaster" Target="/ppt/notesMasters/notesMaster1.xml" Id="R3d2999275d6c43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3ad9fcdcb849fb" /><Relationship Type="http://schemas.openxmlformats.org/officeDocument/2006/relationships/notesMaster" Target="/ppt/notesMasters/notesMaster1.xml" Id="Rff879d2d9e5f47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8a579928394256" /><Relationship Type="http://schemas.openxmlformats.org/officeDocument/2006/relationships/notesMaster" Target="/ppt/notesMasters/notesMaster1.xml" Id="Rbfb1b64588b840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de2a3b49a144e7" /><Relationship Type="http://schemas.openxmlformats.org/officeDocument/2006/relationships/notesMaster" Target="/ppt/notesMasters/notesMaster1.xml" Id="R77db0bd6d3d44d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b714767d9d43d6" /><Relationship Type="http://schemas.openxmlformats.org/officeDocument/2006/relationships/notesMaster" Target="/ppt/notesMasters/notesMaster1.xml" Id="R985ba3901c9b42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a446948da0492e" /><Relationship Type="http://schemas.openxmlformats.org/officeDocument/2006/relationships/notesMaster" Target="/ppt/notesMasters/notesMaster1.xml" Id="Reec48275810842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2f2f8621dd47a2" /><Relationship Type="http://schemas.openxmlformats.org/officeDocument/2006/relationships/notesMaster" Target="/ppt/notesMasters/notesMaster1.xml" Id="R6f18adf05b2c4d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bc53a77e7a4da6" /><Relationship Type="http://schemas.openxmlformats.org/officeDocument/2006/relationships/notesMaster" Target="/ppt/notesMasters/notesMaster1.xml" Id="R68a8cb04f576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Flint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Trase demo, based on the role’s requirements and Kyle’s evidenced design walkthroughs and technical communication background. This is not prior Trase work or a measured demo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cdd271047946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15980aa27d405a" /><Relationship Type="http://schemas.openxmlformats.org/officeDocument/2006/relationships/slideLayout" Target="/ppt/slideLayouts/slideLayout1.xml" Id="R74b839f9f6c348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b839f9f6c348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4cdcccee99410a" /><Relationship Type="http://schemas.openxmlformats.org/officeDocument/2006/relationships/image" Target="/ppt/media/image.png" Id="R8d1b81064c564145" /><Relationship Type="http://schemas.openxmlformats.org/officeDocument/2006/relationships/notesSlide" Target="/ppt/notesSlides/notesSlide1.xml" Id="R18314d40c5f240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5782fdc2f945d6" /><Relationship Type="http://schemas.openxmlformats.org/officeDocument/2006/relationships/image" Target="/ppt/media/image2.png" Id="R3ade75aae149489c" /><Relationship Type="http://schemas.openxmlformats.org/officeDocument/2006/relationships/notesSlide" Target="/ppt/notesSlides/notesSlide2.xml" Id="Rf827a2124d204d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80e3589d7b454c" /><Relationship Type="http://schemas.openxmlformats.org/officeDocument/2006/relationships/image" Target="/ppt/media/image3.png" Id="R146df1f2268443f6" /><Relationship Type="http://schemas.openxmlformats.org/officeDocument/2006/relationships/image" Target="/ppt/media/image4.png" Id="R71a9d47b32b74b0d" /><Relationship Type="http://schemas.openxmlformats.org/officeDocument/2006/relationships/notesSlide" Target="/ppt/notesSlides/notesSlide3.xml" Id="R581ccf422c2d4e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cd8311f02c4fd5" /><Relationship Type="http://schemas.openxmlformats.org/officeDocument/2006/relationships/image" Target="/ppt/media/image5.png" Id="Rd9e20bee06e34521" /><Relationship Type="http://schemas.openxmlformats.org/officeDocument/2006/relationships/image" Target="/ppt/media/image6.png" Id="R0e680ee4037d4feb" /><Relationship Type="http://schemas.openxmlformats.org/officeDocument/2006/relationships/notesSlide" Target="/ppt/notesSlides/notesSlide4.xml" Id="Rba2f955746ce4a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9cfdc4fa3d46e0" /><Relationship Type="http://schemas.openxmlformats.org/officeDocument/2006/relationships/image" Target="/ppt/media/image7.png" Id="R5001ff9f435e4b8f" /><Relationship Type="http://schemas.openxmlformats.org/officeDocument/2006/relationships/notesSlide" Target="/ppt/notesSlides/notesSlide5.xml" Id="R0359619213c748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ca1a20eed24d39" /><Relationship Type="http://schemas.openxmlformats.org/officeDocument/2006/relationships/image" Target="/ppt/media/image8.png" Id="R135a9f8f3612404f" /><Relationship Type="http://schemas.openxmlformats.org/officeDocument/2006/relationships/notesSlide" Target="/ppt/notesSlides/notesSlide6.xml" Id="R66b4be74f43043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e4d14483e64ac3" /><Relationship Type="http://schemas.openxmlformats.org/officeDocument/2006/relationships/image" Target="/ppt/media/image9.png" Id="Re21ff8b787484fc3" /><Relationship Type="http://schemas.openxmlformats.org/officeDocument/2006/relationships/notesSlide" Target="/ppt/notesSlides/notesSlide7.xml" Id="Ra608c5b98b0044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4042b21abe4b22" /><Relationship Type="http://schemas.openxmlformats.org/officeDocument/2006/relationships/image" Target="/ppt/media/image10.png" Id="R70f18935f0ee4923" /><Relationship Type="http://schemas.openxmlformats.org/officeDocument/2006/relationships/image" Target="/ppt/media/image11.png" Id="R8cfe7ed7259f4842" /><Relationship Type="http://schemas.openxmlformats.org/officeDocument/2006/relationships/image" Target="/ppt/media/image12.png" Id="R9ecfbec550fa4912" /><Relationship Type="http://schemas.openxmlformats.org/officeDocument/2006/relationships/notesSlide" Target="/ppt/notesSlides/notesSlide8.xml" Id="Rf7f54f30ae1440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a661dbfe60446e" /><Relationship Type="http://schemas.openxmlformats.org/officeDocument/2006/relationships/image" Target="/ppt/media/image.jpeg" Id="R7375c47c780d498c" /><Relationship Type="http://schemas.openxmlformats.org/officeDocument/2006/relationships/notesSlide" Target="/ppt/notesSlides/notesSlide9.xml" Id="R4fae83acb33843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d802e4d08b4fb5" /><Relationship Type="http://schemas.openxmlformats.org/officeDocument/2006/relationships/hyperlink" Target="mailto:JonathanKyleHobson@gmail.com" TargetMode="External" Id="R4f0fa67323624797" /><Relationship Type="http://schemas.openxmlformats.org/officeDocument/2006/relationships/hyperlink" Target="https://jonathankhobson.github.io/application-portfolios/trase-ux-designer/" TargetMode="External" Id="R5381143b80f2439a" /><Relationship Type="http://schemas.openxmlformats.org/officeDocument/2006/relationships/notesSlide" Target="/ppt/notesSlides/notesSlide10.xml" Id="R085090d196544a49"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346D85A3-E18E-46F3-93B0-4B8F46DD12B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5A76F10D-E963-41D7-AC1D-F912657796B5}"/>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TRASE UX DESIGNER APPLICATION</a:t>
            </a:r>
          </a:p>
        </p:txBody>
      </p:sp>
      <p:sp>
        <p:nvSpPr>
          <p:cNvPr id="3" name="headline">
            <a:extLst xmlns:a="http://schemas.openxmlformats.org/drawingml/2006/main">
              <a:ext uri="{FF2B5EF4-FFF2-40B4-BE49-F238E27FC236}">
                <a16:creationId xmlns:a16="http://schemas.microsoft.com/office/drawing/2014/main" id="{7C8B33AA-B5AB-4EFF-A4D8-D30B5896032A}"/>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AI products people</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can follow.</a:t>
            </a:r>
          </a:p>
        </p:txBody>
      </p:sp>
      <p:sp>
        <p:nvSpPr>
          <p:cNvPr id="4" name="cover-intro">
            <a:extLst xmlns:a="http://schemas.openxmlformats.org/drawingml/2006/main">
              <a:ext uri="{FF2B5EF4-FFF2-40B4-BE49-F238E27FC236}">
                <a16:creationId xmlns:a16="http://schemas.microsoft.com/office/drawing/2014/main" id="{D12AF814-3DC9-4621-BF6A-5EA04D0597C8}"/>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Conversation flows, clear evidence,</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a story the team can explain.</a:t>
            </a:r>
          </a:p>
        </p:txBody>
      </p:sp>
      <p:sp>
        <p:nvSpPr>
          <p:cNvPr id="5" name="cover-accent">
            <a:extLst xmlns:a="http://schemas.openxmlformats.org/drawingml/2006/main">
              <a:ext uri="{FF2B5EF4-FFF2-40B4-BE49-F238E27FC236}">
                <a16:creationId xmlns:a16="http://schemas.microsoft.com/office/drawing/2014/main" id="{3960D5C8-CBEE-4843-9B23-D39CEC86A729}"/>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BEC86018-F09E-4F80-8CA5-7501ED7D3B50}"/>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Trase Systems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1b81064c564145"/>
          <a:stretch xmlns:a="http://schemas.openxmlformats.org/drawingml/2006/main"/>
        </p:blipFill>
        <p:spPr>
          <a:xfrm xmlns:a="http://schemas.openxmlformats.org/drawingml/2006/main">
            <a:off x="8859637" y="533400"/>
            <a:ext cx="2578502" cy="5524500"/>
          </a:xfrm>
          <a:prstGeom xmlns:a="http://schemas.openxmlformats.org/drawingml/2006/main" prst="rect">
            <a:avLst/>
          </a:prstGeom>
        </p:spPr>
      </p:pic>
    </p:spTree>
    <p:extLst>
      <p:ext uri="{BB962C8B-B14F-4D97-AF65-F5344CB8AC3E}">
        <p14:creationId xmlns:p14="http://schemas.microsoft.com/office/powerpoint/2010/main" val="116673905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02D1EE55-268A-46CC-A5B9-72783A59DE0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DD490FE7-DF12-4446-8045-A973926667B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D5E6EE9C-2610-4A2F-A9E6-F2DF1F32C097}"/>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E2A43471-9533-44E0-BA8E-193FCCEC65D7}"/>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8030FA53-0E3E-4588-A37C-2B43E239A6D2}"/>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44D6277F-A63B-4E1C-A0B0-1721BF7A1DC6}"/>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4ADE1339-D092-48B2-945F-333E97BE92A4}"/>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6CABD9C6-D1C0-4F15-ADA6-9249B3C624CC}"/>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ade75aae149489c"/>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423932347"/>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67DA9521-BCA6-4EDA-927A-40C91C87640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F773E7F2-A242-4F7D-ABEF-BDF05C1BB73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A8670C2C-B36D-4B19-94D4-3E57690DF0E3}"/>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61169F9F-8BCB-47DB-BB59-779CE761D5E6}"/>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E9D56BE2-DAC9-45E6-A2BD-60981FA75A39}"/>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46df1f2268443f6"/>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28117DF6-2086-4BD2-9AA8-3EDCBFBCA22D}"/>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1a9d47b32b74b0d"/>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131353286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04195482-0F78-4F0C-8B98-D13931CA626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0A5D9D35-D17D-4008-9A95-D831D5F2B93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8FE0EF86-0C50-4440-8E20-2837AAD98DE3}"/>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4E4E51C8-C86C-4D22-AA3B-B25780DB41E3}"/>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4961AF19-5B30-4C6A-AE94-4B29916B04FB}"/>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D538C8EC-6518-42A3-B1D6-E022834E3F05}"/>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A6E09499-2E10-4A5A-8CDD-2CA6427A7D18}"/>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9e20bee06e34521"/>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e680ee4037d4feb"/>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60188120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EAFFD32-D291-4186-937A-7C5D0B5802C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F2CEB455-1F01-4600-815E-4F29FAD1087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17171DB9-9BEB-452F-B281-629C54C88B75}"/>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B2CC6BB1-1450-47B8-9990-8ACCC841276B}"/>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3D9172A6-A142-4002-B36C-5511D2D2A605}"/>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0C03AAFF-FAEC-4A31-A3BC-EA6A646D643C}"/>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01ff9f435e4b8f"/>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72100046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01D591FD-2565-4157-B1A4-7ECE31D1104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00627C75-9243-4A0D-9415-66D1015C908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5B182747-3943-49A1-85B7-C1EFDB7E644D}"/>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0BCA56DB-2A22-420F-A1EF-B68E9D70CDAC}"/>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A6F03D1C-81A4-4B7C-8204-1BA3FB3C0B9B}"/>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35a9f8f3612404f"/>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7ABE4704-0E95-4E3D-902A-5573ABF71DEC}"/>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22324903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005919F6-9B00-4EA3-8074-A192C74B721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F7E5F031-5692-4B7B-9D07-5951FC028AE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AE7EC186-4392-420F-951D-A47F81228AA8}"/>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0540C024-0165-46EC-B07C-352BBAE76F00}"/>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B4D1EE2F-4B54-4651-A18E-BCF01FF42D3E}"/>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E21347CB-650E-4534-8042-7DCD40649F52}"/>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1ff8b787484fc3"/>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149178838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C9334F8E-BDA9-4C23-B436-901F05D55FC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C7E40176-2176-4833-992E-69838EFDD78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0C16EAA1-34F3-4939-93B2-538E065466F4}"/>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C89ACA53-2855-4EDD-A44C-8F2F5DFD3A8A}"/>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7601A488-2E52-46B9-8DC8-58A22D8E19E5}"/>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F559523A-85EE-4B80-8171-E56C7EEA916E}"/>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5B3ED19C-0793-4E24-848B-4B2B3ED60BFB}"/>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0f18935f0ee4923"/>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cfe7ed7259f4842"/>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79050EE0-1E33-417F-9779-70DBED11D004}"/>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ecfbec550fa4912"/>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F5DBD367-E62C-4BC1-8D06-70826A6F6711}"/>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18855077"/>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0016FB9B-2CF1-4F97-9DD5-2611C97D4C0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tory-image-surface">
            <a:extLst xmlns:a="http://schemas.openxmlformats.org/drawingml/2006/main">
              <a:ext uri="{FF2B5EF4-FFF2-40B4-BE49-F238E27FC236}">
                <a16:creationId xmlns:a16="http://schemas.microsoft.com/office/drawing/2014/main" id="{FD1046D0-B2CB-488E-A14F-116819712295}"/>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375c47c780d498c"/>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D32EB4A7-C505-46E2-8CE0-7E5CA9AB2066}"/>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HOW I WOULD APPROACH A TRASE DEMO</a:t>
            </a:r>
          </a:p>
        </p:txBody>
      </p:sp>
      <p:sp>
        <p:nvSpPr>
          <p:cNvPr id="5" name="headline">
            <a:extLst xmlns:a="http://schemas.openxmlformats.org/drawingml/2006/main">
              <a:ext uri="{FF2B5EF4-FFF2-40B4-BE49-F238E27FC236}">
                <a16:creationId xmlns:a16="http://schemas.microsoft.com/office/drawing/2014/main" id="{6D54F570-2FA3-49AF-928F-F53428DE06C5}"/>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Show the task.</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Explain the choice.</a:t>
            </a:r>
          </a:p>
        </p:txBody>
      </p:sp>
      <p:sp>
        <p:nvSpPr>
          <p:cNvPr id="6" name="story-documentary">
            <a:extLst xmlns:a="http://schemas.openxmlformats.org/drawingml/2006/main">
              <a:ext uri="{FF2B5EF4-FFF2-40B4-BE49-F238E27FC236}">
                <a16:creationId xmlns:a16="http://schemas.microsoft.com/office/drawing/2014/main" id="{99CA1DE7-FCC4-4F3A-8042-659CA8834EF8}"/>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a real user task. Show the starting point, the AI’s response, and what a person can do next.</a:t>
            </a:r>
          </a:p>
        </p:txBody>
      </p:sp>
      <p:sp>
        <p:nvSpPr>
          <p:cNvPr id="7" name="story-now">
            <a:extLst xmlns:a="http://schemas.openxmlformats.org/drawingml/2006/main">
              <a:ext uri="{FF2B5EF4-FFF2-40B4-BE49-F238E27FC236}">
                <a16:creationId xmlns:a16="http://schemas.microsoft.com/office/drawing/2014/main" id="{D1D48576-6BD1-4F1A-900A-FE66389B0F31}"/>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approach: review the flow with product and engineering, include a recovery state, and adapt the explanation for the audience.</a:t>
            </a:r>
          </a:p>
        </p:txBody>
      </p:sp>
      <p:sp>
        <p:nvSpPr>
          <p:cNvPr id="8" name="story-slide-number">
            <a:extLst xmlns:a="http://schemas.openxmlformats.org/drawingml/2006/main">
              <a:ext uri="{FF2B5EF4-FFF2-40B4-BE49-F238E27FC236}">
                <a16:creationId xmlns:a16="http://schemas.microsoft.com/office/drawing/2014/main" id="{8EEC7650-7606-457F-A900-D9BB8053F3A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2062200137"/>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E448E965-C35B-4569-ADAC-93EF56B65DD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FD1B52F7-63C3-403B-AABE-C0EA471D4E68}"/>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TRASE UX DESIGNER APPLICATION</a:t>
            </a:r>
          </a:p>
        </p:txBody>
      </p:sp>
      <p:sp>
        <p:nvSpPr>
          <p:cNvPr id="3" name="headline">
            <a:extLst xmlns:a="http://schemas.openxmlformats.org/drawingml/2006/main">
              <a:ext uri="{FF2B5EF4-FFF2-40B4-BE49-F238E27FC236}">
                <a16:creationId xmlns:a16="http://schemas.microsoft.com/office/drawing/2014/main" id="{B79786EA-CEB0-4B70-9BD0-B18E681C015F}"/>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AI</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easier to use</a:t>
            </a:r>
          </a:p>
        </p:txBody>
      </p:sp>
      <p:sp>
        <p:nvSpPr>
          <p:cNvPr id="4" name="contact-intent">
            <a:extLst xmlns:a="http://schemas.openxmlformats.org/drawingml/2006/main">
              <a:ext uri="{FF2B5EF4-FFF2-40B4-BE49-F238E27FC236}">
                <a16:creationId xmlns:a16="http://schemas.microsoft.com/office/drawing/2014/main" id="{00411FC7-92A2-44B0-846A-F35202168796}"/>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Trase’s UX Designer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AB5296B8-C4C4-4798-80B2-53F2667F7A8D}"/>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4f0fa67323624797"/>
              </a:rPr>
              <a:t>JonathanKyleHobson@gmail.com</a:t>
            </a:r>
          </a:p>
        </p:txBody>
      </p:sp>
      <p:sp>
        <p:nvSpPr>
          <p:cNvPr id="6" name="public-profile">
            <a:extLst xmlns:a="http://schemas.openxmlformats.org/drawingml/2006/main">
              <a:ext uri="{FF2B5EF4-FFF2-40B4-BE49-F238E27FC236}">
                <a16:creationId xmlns:a16="http://schemas.microsoft.com/office/drawing/2014/main" id="{BF6A38D4-C9E4-4D04-9D4E-109179427692}"/>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5381143b80f2439a"/>
              </a:rPr>
              <a:t>jonathankhobson.github.io/application-portfolios/trase-ux-designer</a:t>
            </a:r>
          </a:p>
        </p:txBody>
      </p:sp>
    </p:spTree>
    <p:extLst>
      <p:ext uri="{BB962C8B-B14F-4D97-AF65-F5344CB8AC3E}">
        <p14:creationId xmlns:p14="http://schemas.microsoft.com/office/powerpoint/2010/main" val="275897050"/>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2026-09-08T16:38:33.8310000Z</dcterms:created>
  <dcterms:modified xsi:type="dcterms:W3CDTF">2026-09-08T16:38:33.8310000Z</dcterms:modified>
</coreProperties>
</file>