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157042efc24431" /><Relationship Type="http://schemas.openxmlformats.org/officeDocument/2006/relationships/extended-properties" Target="/docProps/app.xml" Id="R354e4466b5b2408c" /><Relationship Type="http://schemas.openxmlformats.org/officeDocument/2006/relationships/officeDocument" Target="/ppt/presentation.xml" Id="R4e2d835693d34fa8" /></Relationships>
</file>

<file path=ppt/presentation.xml><?xml version="1.0" encoding="utf-8"?>
<p:presentation xmlns:p="http://schemas.openxmlformats.org/presentationml/2006/main">
  <p:sldMasterIdLst>
    <p:sldMasterId xmlns:r="http://schemas.openxmlformats.org/officeDocument/2006/relationships" id="2147483648" r:id="Re3bc1d685a344696"/>
  </p:sldMasterIdLst>
  <p:notesMasterIdLst>
    <p:notesMasterId xmlns:r="http://schemas.openxmlformats.org/officeDocument/2006/relationships" r:id="R275af50668c145d6"/>
  </p:notesMasterIdLst>
  <p:sldIdLst>
    <p:sldId xmlns:r="http://schemas.openxmlformats.org/officeDocument/2006/relationships" id="256" r:id="R9193e0ca4cb64f9e"/>
    <p:sldId xmlns:r="http://schemas.openxmlformats.org/officeDocument/2006/relationships" id="257" r:id="Rc20bff2548eb4f92"/>
    <p:sldId xmlns:r="http://schemas.openxmlformats.org/officeDocument/2006/relationships" id="258" r:id="R4ffc83267a504f80"/>
    <p:sldId xmlns:r="http://schemas.openxmlformats.org/officeDocument/2006/relationships" id="259" r:id="R3c0d61c9d4fc4581"/>
    <p:sldId xmlns:r="http://schemas.openxmlformats.org/officeDocument/2006/relationships" id="260" r:id="Re86cbfab92ef4251"/>
    <p:sldId xmlns:r="http://schemas.openxmlformats.org/officeDocument/2006/relationships" id="261" r:id="R05cd0af4b48a4cda"/>
    <p:sldId xmlns:r="http://schemas.openxmlformats.org/officeDocument/2006/relationships" id="262" r:id="Re417c5d22fff4d39"/>
    <p:sldId xmlns:r="http://schemas.openxmlformats.org/officeDocument/2006/relationships" id="263" r:id="Ra4a6022bc92f497b"/>
    <p:sldId xmlns:r="http://schemas.openxmlformats.org/officeDocument/2006/relationships" id="264" r:id="Rf999bbe6d0f04acb"/>
    <p:sldId xmlns:r="http://schemas.openxmlformats.org/officeDocument/2006/relationships" id="265" r:id="Re3e6b9529c864a70"/>
    <p:sldId xmlns:r="http://schemas.openxmlformats.org/officeDocument/2006/relationships" id="266" r:id="Rccb26b91535844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2be98149874db8" /><Relationship Type="http://schemas.openxmlformats.org/officeDocument/2006/relationships/slideMaster" Target="/ppt/slideMasters/slideMaster1.xml" Id="Re3bc1d685a344696" /><Relationship Type="http://schemas.openxmlformats.org/officeDocument/2006/relationships/notesMaster" Target="/ppt/notesMasters/notesMaster1.xml" Id="R275af50668c145d6" /><Relationship Type="http://schemas.openxmlformats.org/officeDocument/2006/relationships/presProps" Target="/ppt/presProps.xml" Id="Reb50c5b336994c86" /><Relationship Type="http://schemas.openxmlformats.org/officeDocument/2006/relationships/tableStyles" Target="/ppt/tableStyles.xml" Id="R582b08596aeb488a" /><Relationship Type="http://schemas.openxmlformats.org/officeDocument/2006/relationships/slide" Target="/ppt/slides/slide1.xml" Id="R9193e0ca4cb64f9e" /><Relationship Type="http://schemas.openxmlformats.org/officeDocument/2006/relationships/slide" Target="/ppt/slides/slide2.xml" Id="Rc20bff2548eb4f92" /><Relationship Type="http://schemas.openxmlformats.org/officeDocument/2006/relationships/slide" Target="/ppt/slides/slide3.xml" Id="R4ffc83267a504f80" /><Relationship Type="http://schemas.openxmlformats.org/officeDocument/2006/relationships/slide" Target="/ppt/slides/slide4.xml" Id="R3c0d61c9d4fc4581" /><Relationship Type="http://schemas.openxmlformats.org/officeDocument/2006/relationships/slide" Target="/ppt/slides/slide5.xml" Id="Re86cbfab92ef4251" /><Relationship Type="http://schemas.openxmlformats.org/officeDocument/2006/relationships/slide" Target="/ppt/slides/slide6.xml" Id="R05cd0af4b48a4cda" /><Relationship Type="http://schemas.openxmlformats.org/officeDocument/2006/relationships/slide" Target="/ppt/slides/slide7.xml" Id="Re417c5d22fff4d39" /><Relationship Type="http://schemas.openxmlformats.org/officeDocument/2006/relationships/slide" Target="/ppt/slides/slide8.xml" Id="Ra4a6022bc92f497b" /><Relationship Type="http://schemas.openxmlformats.org/officeDocument/2006/relationships/slide" Target="/ppt/slides/slide9.xml" Id="Rf999bbe6d0f04acb" /><Relationship Type="http://schemas.openxmlformats.org/officeDocument/2006/relationships/slide" Target="/ppt/slides/slide10.xml" Id="Re3e6b9529c864a70" /><Relationship Type="http://schemas.openxmlformats.org/officeDocument/2006/relationships/slide" Target="/ppt/slides/slide11.xml" Id="Rccb26b91535844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a2d4f2a854f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b9366c969e45cd" /><Relationship Type="http://schemas.openxmlformats.org/officeDocument/2006/relationships/notesMaster" Target="/ppt/notesMasters/notesMaster1.xml" Id="R646505d569d541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41f235e2034fde" /><Relationship Type="http://schemas.openxmlformats.org/officeDocument/2006/relationships/notesMaster" Target="/ppt/notesMasters/notesMaster1.xml" Id="Rc4d3c9ca56ca45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f5c6683fda42b4" /><Relationship Type="http://schemas.openxmlformats.org/officeDocument/2006/relationships/notesMaster" Target="/ppt/notesMasters/notesMaster1.xml" Id="R64e0d2b361984c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e76f4165fb4e58" /><Relationship Type="http://schemas.openxmlformats.org/officeDocument/2006/relationships/notesMaster" Target="/ppt/notesMasters/notesMaster1.xml" Id="Rbea773dbdfbf49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f410ab32e54c80" /><Relationship Type="http://schemas.openxmlformats.org/officeDocument/2006/relationships/notesMaster" Target="/ppt/notesMasters/notesMaster1.xml" Id="R3700ebc22f214c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516511fe994e8c" /><Relationship Type="http://schemas.openxmlformats.org/officeDocument/2006/relationships/notesMaster" Target="/ppt/notesMasters/notesMaster1.xml" Id="R8b8ca38a5aa248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f4d042ae4d47ed" /><Relationship Type="http://schemas.openxmlformats.org/officeDocument/2006/relationships/notesMaster" Target="/ppt/notesMasters/notesMaster1.xml" Id="R3c21eecb7e5f4a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338868dbab463f" /><Relationship Type="http://schemas.openxmlformats.org/officeDocument/2006/relationships/notesMaster" Target="/ppt/notesMasters/notesMaster1.xml" Id="R4b2dca48b44744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7ce8a6f2a4420c" /><Relationship Type="http://schemas.openxmlformats.org/officeDocument/2006/relationships/notesMaster" Target="/ppt/notesMasters/notesMaster1.xml" Id="Rb61eed13156e49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b55bebfeb742b8" /><Relationship Type="http://schemas.openxmlformats.org/officeDocument/2006/relationships/notesMaster" Target="/ppt/notesMasters/notesMaster1.xml" Id="Rebb12487e0404d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529bc8adb84adc" /><Relationship Type="http://schemas.openxmlformats.org/officeDocument/2006/relationships/notesMaster" Target="/ppt/notesMasters/notesMaster1.xml" Id="R3a0e3a6ebde34d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working approach for a Blink freelance or embedded engagement. This is an application-specific plan, not prior Blink employment or client delivery. It reflects the current Blink culture framework emphasis on clarity, autonomy and feedback, and the candidate’s reviewed research practice. Sources verified September 8, 2026: https://blinkux.com/ and https://blinkux.com/ideas/blink-culture-framework.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to Blink’s evergreen Senior UX Researcher General Opportunity pool. Specific client engagements, timing, and pay vary. Portfolio destination is the intended isolated Blink application route; publication is handled separately. Contact and availability are candidate-confirmed.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7b895708584e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57b0b151f34d19" /><Relationship Type="http://schemas.openxmlformats.org/officeDocument/2006/relationships/slideLayout" Target="/ppt/slideLayouts/slideLayout1.xml" Id="Re21637a7441a44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1637a7441a44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6792bd54d54478" /><Relationship Type="http://schemas.openxmlformats.org/officeDocument/2006/relationships/image" Target="/ppt/media/image.png" Id="R5b3e750712594bda" /><Relationship Type="http://schemas.openxmlformats.org/officeDocument/2006/relationships/notesSlide" Target="/ppt/notesSlides/notesSlide1.xml" Id="Raa82e9b72c1c4e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d7a8da0a5347e8" /><Relationship Type="http://schemas.openxmlformats.org/officeDocument/2006/relationships/image" Target="/ppt/media/image2.png" Id="R36f2f222307f4ae4" /><Relationship Type="http://schemas.openxmlformats.org/officeDocument/2006/relationships/notesSlide" Target="/ppt/notesSlides/notesSlide2.xml" Id="Rb1b09e1eccc640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3240adf31f41df" /><Relationship Type="http://schemas.openxmlformats.org/officeDocument/2006/relationships/image" Target="/ppt/media/image3.png" Id="R7eca04762a684a61" /><Relationship Type="http://schemas.openxmlformats.org/officeDocument/2006/relationships/chart" Target="/ppt/slides/charts/chart1.xml" Id="Rcb38993ba0a846db" /><Relationship Type="http://schemas.openxmlformats.org/officeDocument/2006/relationships/notesSlide" Target="/ppt/notesSlides/notesSlide3.xml" Id="R8246d431314e4a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19df1b31ff4ed4" /><Relationship Type="http://schemas.openxmlformats.org/officeDocument/2006/relationships/notesSlide" Target="/ppt/notesSlides/notesSlide4.xml" Id="R6879afe1c08e40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b63a22d1ae4e2b" /><Relationship Type="http://schemas.openxmlformats.org/officeDocument/2006/relationships/image" Target="/ppt/media/image4.png" Id="R4f81c9759e0045d8" /><Relationship Type="http://schemas.openxmlformats.org/officeDocument/2006/relationships/notesSlide" Target="/ppt/notesSlides/notesSlide5.xml" Id="Rb9e62b5e0fb84c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d57fcd66e04f45" /><Relationship Type="http://schemas.openxmlformats.org/officeDocument/2006/relationships/image" Target="/ppt/media/image5.png" Id="R9ed7957f48e64073" /><Relationship Type="http://schemas.openxmlformats.org/officeDocument/2006/relationships/notesSlide" Target="/ppt/notesSlides/notesSlide6.xml" Id="R8e277ec9e3bd40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7910dad4f44a89" /><Relationship Type="http://schemas.openxmlformats.org/officeDocument/2006/relationships/image" Target="/ppt/media/image6.png" Id="Ra4e091f420044fce" /><Relationship Type="http://schemas.openxmlformats.org/officeDocument/2006/relationships/notesSlide" Target="/ppt/notesSlides/notesSlide7.xml" Id="Rfffa62ee556c49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b4fb7031e540e9" /><Relationship Type="http://schemas.openxmlformats.org/officeDocument/2006/relationships/image" Target="/ppt/media/image7.png" Id="R83ddf009a77c483b" /><Relationship Type="http://schemas.openxmlformats.org/officeDocument/2006/relationships/image" Target="/ppt/media/image8.png" Id="R5a9f735d539744e1" /><Relationship Type="http://schemas.openxmlformats.org/officeDocument/2006/relationships/image" Target="/ppt/media/image9.png" Id="Re263c4da45e04bc3" /><Relationship Type="http://schemas.openxmlformats.org/officeDocument/2006/relationships/notesSlide" Target="/ppt/notesSlides/notesSlide8.xml" Id="R17ef3baacac24a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cac4843af3490d" /><Relationship Type="http://schemas.openxmlformats.org/officeDocument/2006/relationships/notesSlide" Target="/ppt/notesSlides/notesSlide9.xml" Id="Rf27f10797c3e46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5e838f1ec4422f" /><Relationship Type="http://schemas.openxmlformats.org/officeDocument/2006/relationships/notesSlide" Target="/ppt/notesSlides/notesSlide10.xml" Id="R0469867ed62748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09b194f8d44fdb" /><Relationship Type="http://schemas.openxmlformats.org/officeDocument/2006/relationships/hyperlink" Target="mailto:JonathanKyleHobson@gmail.com" TargetMode="External" Id="R0fdea81f13b64c29" /><Relationship Type="http://schemas.openxmlformats.org/officeDocument/2006/relationships/hyperlink" Target="https://jonathankhobson.github.io/application-portfolios/blink-ux-researcher/" TargetMode="External" Id="R29802e95f0c24b38" /><Relationship Type="http://schemas.openxmlformats.org/officeDocument/2006/relationships/notesSlide" Target="/ppt/notesSlides/notesSlide11.xml" Id="Rf9aed9015f7d4a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b3e750712594bda"/>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F81FC3E5-F371-410D-8235-D1FDA3E55706}"/>
              </a:ext>
            </a:extLst>
          </p:cNvPr>
          <p:cNvSpPr>
            <a:spLocks xmlns:a="http://schemas.openxmlformats.org/drawingml/2006/main" noGrp="1"/>
          </p:cNvSpPr>
          <p:nvPr/>
        </p:nvSpPr>
        <p:spPr>
          <a:xfrm xmlns:a="http://schemas.openxmlformats.org/drawingml/2006/main">
            <a:off x="609600" y="5143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SELECTED FOR BLINK UX</a:t>
            </a:r>
          </a:p>
        </p:txBody>
      </p:sp>
      <p:sp>
        <p:nvSpPr>
          <p:cNvPr id="3" name="headline">
            <a:extLst xmlns:a="http://schemas.openxmlformats.org/drawingml/2006/main">
              <a:ext uri="{FF2B5EF4-FFF2-40B4-BE49-F238E27FC236}">
                <a16:creationId xmlns:a16="http://schemas.microsoft.com/office/drawing/2014/main" id="{A22C7245-7A0E-43C7-AD60-63E3C39DC43D}"/>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for the</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next client decision</a:t>
            </a:r>
          </a:p>
        </p:txBody>
      </p:sp>
      <p:sp>
        <p:nvSpPr>
          <p:cNvPr id="4" name="cover-intro">
            <a:extLst xmlns:a="http://schemas.openxmlformats.org/drawingml/2006/main">
              <a:ext uri="{FF2B5EF4-FFF2-40B4-BE49-F238E27FC236}">
                <a16:creationId xmlns:a16="http://schemas.microsoft.com/office/drawing/2014/main" id="{0F4ED9B4-0003-48E5-B213-152FD0C55733}"/>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 study where people get stuck so teams can</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make better product decisions.</a:t>
            </a:r>
          </a:p>
        </p:txBody>
      </p:sp>
      <p:sp>
        <p:nvSpPr>
          <p:cNvPr id="5" name="cover-scope">
            <a:extLst xmlns:a="http://schemas.openxmlformats.org/drawingml/2006/main">
              <a:ext uri="{FF2B5EF4-FFF2-40B4-BE49-F238E27FC236}">
                <a16:creationId xmlns:a16="http://schemas.microsoft.com/office/drawing/2014/main" id="{01C1077B-4909-4D24-AB38-B791011579F2}"/>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Freelance and embedded research · September 2026</a:t>
            </a:r>
          </a:p>
        </p:txBody>
      </p:sp>
      <p:sp>
        <p:nvSpPr>
          <p:cNvPr id="6" name="slide-number">
            <a:extLst xmlns:a="http://schemas.openxmlformats.org/drawingml/2006/main">
              <a:ext uri="{FF2B5EF4-FFF2-40B4-BE49-F238E27FC236}">
                <a16:creationId xmlns:a16="http://schemas.microsoft.com/office/drawing/2014/main" id="{B4816E03-23AC-4713-AA86-6CC218E1184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31495188"/>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DCED858D-483C-4F1E-AFDD-2AF02942DA6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40F558E0-F5A1-44DD-9437-73FADA266C37}"/>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95431C76-240E-45C6-9F95-D6691DF71291}"/>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46CE7F87-521F-4845-8964-3EF1CE73A46E}"/>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1792820B-0FB5-4A3B-8E66-33F07EBDF3D6}"/>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6f2f222307f4ae4"/>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94110B4C-1E98-4061-8A18-A9E37AE4BCC3}"/>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DB05BEE9-49D3-48C6-AB24-DB8CDD7A3B1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24098895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AA3BA29-A3A6-400E-AC8D-C7064F1C0D8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E1529338-F3B6-435F-B266-C10BBE1DB32C}"/>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ca04762a684a61"/>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0D12C592-6A5E-4C25-AA31-2B818F248BD2}"/>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cb38993ba0a846db"/>
          </a:graphicData>
        </a:graphic>
      </p:graphicFrame>
      <p:sp>
        <p:nvSpPr>
          <p:cNvPr id="6" name="barrier-limit">
            <a:extLst xmlns:a="http://schemas.openxmlformats.org/drawingml/2006/main">
              <a:ext uri="{FF2B5EF4-FFF2-40B4-BE49-F238E27FC236}">
                <a16:creationId xmlns:a16="http://schemas.microsoft.com/office/drawing/2014/main" id="{36AF094F-31F0-46A9-853F-AA357C61A8A0}"/>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92768A90-8B8E-4A44-891B-F45BD02BA0F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40563473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4F7D1862-F478-4F8D-B0B5-CB92ACC2D27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8726ED06-4D95-4366-AF2D-3F5B34E53CEA}"/>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CF2DA5E9-E40A-4BF0-901F-9641B390D78F}"/>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BDEB882C-4FBA-4366-9F6F-08C07F2DA02F}"/>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51B9711C-7AAE-4A0C-8356-27EC41B68775}"/>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30A144EA-871D-4D36-8797-0CFEA227F64F}"/>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A3A36AB7-5501-41DB-99F2-C2A00B425FDC}"/>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23CA432B-02B7-4FBA-B456-37EE67FEE9D3}"/>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D97DE06D-7E21-4238-86D0-45C06A3C0BBE}"/>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E94E0200-0760-4985-8957-A1B981372006}"/>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81733970-70A2-4CDA-836B-1E8EA18A2004}"/>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A16BEB7A-A0F6-4529-98EF-CBF0280D4AD1}"/>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24FCAEB5-CCCF-4C88-A555-075F946F474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663399548"/>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62D1E23-37D0-4455-AAE3-52E5FA60608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2A545F04-874C-456E-B4E6-AC376F5D6F09}"/>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FCA2F312-D7D8-4D89-AFA5-3707C00D0ED5}"/>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f81c9759e0045d8"/>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C13506C1-ECDC-4A55-BC2C-BBDC7219A245}"/>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1492FE0E-DA0F-4DAB-A23A-8079252DD50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268222198"/>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0CFA94E-DCBA-4B68-8AF5-26720E44A0E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F8D62286-D778-43D1-AC16-20A8B0863C1E}"/>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9439E617-FCB7-4289-BF43-397FD0BD354E}"/>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3086DB2D-D561-4FCA-9211-2AB278B6DE94}"/>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ed7957f48e64073"/>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0FC449DA-6FF7-4DE7-AF9A-1A845D9EAD8C}"/>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8F2C2D1E-0E1E-42A9-A948-FE1246FA99F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763731074"/>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C6B918E-B83E-4FD1-902B-5C3E71641CB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67E4412D-0302-49B4-B723-AA6F500B2775}"/>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D67FA95D-E9BF-4FDE-AEBD-BA9F5B0F08D5}"/>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C450C18C-D2A1-40C5-8537-86D991BCF2C8}"/>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e091f420044fce"/>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CB671B46-B1E2-4F68-BA25-1AABCB63A0C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434090734"/>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75BFC007-FBBC-4239-B285-51EC24E500D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4057E936-C0CB-424B-BE47-FAE451464910}"/>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A0AF3F30-A2C9-4B6D-8F7D-93C70CA7124E}"/>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0522BE9A-CE00-4954-9E4F-9C177C73718A}"/>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0EDC5A27-C213-402C-92FD-3AB1420F61D4}"/>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B9300CB9-E996-4338-986F-7F1AA697C6BB}"/>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3ddf009a77c483b"/>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a9f735d539744e1"/>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E64D70D5-44EC-4886-8CD7-5160551A135A}"/>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263c4da45e04bc3"/>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72C53A48-9908-48BF-A998-BFC52AC7AA0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49524841"/>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09833C3E-9989-494E-9E79-76265FB9937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A18DF462-B36E-4D71-A6BA-092ECA5D3814}"/>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1A15BCC4-F911-4A82-8073-3A60216074BB}"/>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19E227FF-0C8E-4596-8AEB-A7ADD90B9F36}"/>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2AB8DB03-7F6F-4BEE-91A6-0C1253458F64}"/>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9FD0969C-8315-408C-BC01-C4766B94DF17}"/>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9BD729DE-F150-4BAF-A758-F6D32A5F4B60}"/>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54D5648E-9CEC-4DD9-AA4C-626C7FF08054}"/>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7BCC4000-6A5A-4EFB-8C40-700B1A5F88D2}"/>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2075D2F7-7C2A-43A1-94E5-0B5F94B36DE6}"/>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1735FF31-47FA-4F46-8793-F0223C452BE4}"/>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471A7584-A1A5-46F9-BF72-0DA15A7A7E8F}"/>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DA69F0A5-A827-4D5B-A3CD-1876F0F546B2}"/>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7817D3BB-2B55-4047-A56D-D71C2B8159B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978785487"/>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3CCA7DCD-3AA1-486D-9ED9-CA35BC38994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BLINK UX · PROPOSED WORKING APPROACH</a:t>
            </a:r>
          </a:p>
        </p:txBody>
      </p:sp>
      <p:sp>
        <p:nvSpPr>
          <p:cNvPr id="2" name="headline">
            <a:extLst xmlns:a="http://schemas.openxmlformats.org/drawingml/2006/main">
              <a:ext uri="{FF2B5EF4-FFF2-40B4-BE49-F238E27FC236}">
                <a16:creationId xmlns:a16="http://schemas.microsoft.com/office/drawing/2014/main" id="{60E8AFF2-5E79-4162-86D2-B3C0A7DD0008}"/>
              </a:ext>
            </a:extLst>
          </p:cNvPr>
          <p:cNvSpPr>
            <a:spLocks xmlns:a="http://schemas.openxmlformats.org/drawingml/2006/main" noGrp="1"/>
          </p:cNvSpPr>
          <p:nvPr/>
        </p:nvSpPr>
        <p:spPr>
          <a:xfrm xmlns:a="http://schemas.openxmlformats.org/drawingml/2006/main">
            <a:off x="609600" y="110490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Begin with the decision</a:t>
            </a:r>
          </a:p>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the client needs</a:t>
            </a:r>
          </a:p>
        </p:txBody>
      </p:sp>
      <p:sp>
        <p:nvSpPr>
          <p:cNvPr id="3" name="approach-intro">
            <a:extLst xmlns:a="http://schemas.openxmlformats.org/drawingml/2006/main">
              <a:ext uri="{FF2B5EF4-FFF2-40B4-BE49-F238E27FC236}">
                <a16:creationId xmlns:a16="http://schemas.microsoft.com/office/drawing/2014/main" id="{DFE775C4-FF25-4D7B-A616-66C34302EE09}"/>
              </a:ext>
            </a:extLst>
          </p:cNvPr>
          <p:cNvSpPr>
            <a:spLocks xmlns:a="http://schemas.openxmlformats.org/drawingml/2006/main" noGrp="1"/>
          </p:cNvSpPr>
          <p:nvPr/>
        </p:nvSpPr>
        <p:spPr>
          <a:xfrm xmlns:a="http://schemas.openxmlformats.org/drawingml/2006/main">
            <a:off x="609600" y="2924175"/>
            <a:ext cx="1062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Agree on what the team needs to learn, then make the study and its limits easy to review.</a:t>
            </a:r>
          </a:p>
        </p:txBody>
      </p:sp>
      <p:sp>
        <p:nvSpPr>
          <p:cNvPr id="4" name="frame-title">
            <a:extLst xmlns:a="http://schemas.openxmlformats.org/drawingml/2006/main">
              <a:ext uri="{FF2B5EF4-FFF2-40B4-BE49-F238E27FC236}">
                <a16:creationId xmlns:a16="http://schemas.microsoft.com/office/drawing/2014/main" id="{D46CB863-214E-41A8-A518-064B0EDFD9D7}"/>
              </a:ext>
            </a:extLst>
          </p:cNvPr>
          <p:cNvSpPr>
            <a:spLocks xmlns:a="http://schemas.openxmlformats.org/drawingml/2006/main" noGrp="1"/>
          </p:cNvSpPr>
          <p:nvPr/>
        </p:nvSpPr>
        <p:spPr>
          <a:xfrm xmlns:a="http://schemas.openxmlformats.org/drawingml/2006/main">
            <a:off x="609600" y="4295775"/>
            <a:ext cx="33242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Frame the question</a:t>
            </a:r>
          </a:p>
        </p:txBody>
      </p:sp>
      <p:sp>
        <p:nvSpPr>
          <p:cNvPr id="5" name="frame-body">
            <a:extLst xmlns:a="http://schemas.openxmlformats.org/drawingml/2006/main">
              <a:ext uri="{FF2B5EF4-FFF2-40B4-BE49-F238E27FC236}">
                <a16:creationId xmlns:a16="http://schemas.microsoft.com/office/drawing/2014/main" id="{CC9DF51C-5769-4AE5-90E7-23EC6AB83753}"/>
              </a:ext>
            </a:extLst>
          </p:cNvPr>
          <p:cNvSpPr>
            <a:spLocks xmlns:a="http://schemas.openxmlformats.org/drawingml/2006/main" noGrp="1"/>
          </p:cNvSpPr>
          <p:nvPr/>
        </p:nvSpPr>
        <p:spPr>
          <a:xfrm xmlns:a="http://schemas.openxmlformats.org/drawingml/2006/main">
            <a:off x="609600" y="5133975"/>
            <a:ext cx="32289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Align on the decision, audience, and evidence already available.</a:t>
            </a:r>
          </a:p>
        </p:txBody>
      </p:sp>
      <p:sp>
        <p:nvSpPr>
          <p:cNvPr id="6" name="study-title">
            <a:extLst xmlns:a="http://schemas.openxmlformats.org/drawingml/2006/main">
              <a:ext uri="{FF2B5EF4-FFF2-40B4-BE49-F238E27FC236}">
                <a16:creationId xmlns:a16="http://schemas.microsoft.com/office/drawing/2014/main" id="{A76C7F46-92CF-4F89-944C-1A2511C2DA68}"/>
              </a:ext>
            </a:extLst>
          </p:cNvPr>
          <p:cNvSpPr>
            <a:spLocks xmlns:a="http://schemas.openxmlformats.org/drawingml/2006/main" noGrp="1"/>
          </p:cNvSpPr>
          <p:nvPr/>
        </p:nvSpPr>
        <p:spPr>
          <a:xfrm xmlns:a="http://schemas.openxmlformats.org/drawingml/2006/main">
            <a:off x="4343400" y="4295775"/>
            <a:ext cx="33242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Choose the study</a:t>
            </a:r>
          </a:p>
        </p:txBody>
      </p:sp>
      <p:sp>
        <p:nvSpPr>
          <p:cNvPr id="7" name="study-body">
            <a:extLst xmlns:a="http://schemas.openxmlformats.org/drawingml/2006/main">
              <a:ext uri="{FF2B5EF4-FFF2-40B4-BE49-F238E27FC236}">
                <a16:creationId xmlns:a16="http://schemas.microsoft.com/office/drawing/2014/main" id="{9AFB3B87-334F-4ADF-9E9B-A12E80464780}"/>
              </a:ext>
            </a:extLst>
          </p:cNvPr>
          <p:cNvSpPr>
            <a:spLocks xmlns:a="http://schemas.openxmlformats.org/drawingml/2006/main" noGrp="1"/>
          </p:cNvSpPr>
          <p:nvPr/>
        </p:nvSpPr>
        <p:spPr>
          <a:xfrm xmlns:a="http://schemas.openxmlformats.org/drawingml/2006/main">
            <a:off x="4343400" y="5133975"/>
            <a:ext cx="32289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Match the method to the question and review the plan with the team.</a:t>
            </a:r>
          </a:p>
        </p:txBody>
      </p:sp>
      <p:sp>
        <p:nvSpPr>
          <p:cNvPr id="8" name="decision-title">
            <a:extLst xmlns:a="http://schemas.openxmlformats.org/drawingml/2006/main">
              <a:ext uri="{FF2B5EF4-FFF2-40B4-BE49-F238E27FC236}">
                <a16:creationId xmlns:a16="http://schemas.microsoft.com/office/drawing/2014/main" id="{7660B144-7854-4198-801D-158A90F67848}"/>
              </a:ext>
            </a:extLst>
          </p:cNvPr>
          <p:cNvSpPr>
            <a:spLocks xmlns:a="http://schemas.openxmlformats.org/drawingml/2006/main" noGrp="1"/>
          </p:cNvSpPr>
          <p:nvPr/>
        </p:nvSpPr>
        <p:spPr>
          <a:xfrm xmlns:a="http://schemas.openxmlformats.org/drawingml/2006/main">
            <a:off x="8086725" y="4295775"/>
            <a:ext cx="3495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Support the next step</a:t>
            </a:r>
          </a:p>
        </p:txBody>
      </p:sp>
      <p:sp>
        <p:nvSpPr>
          <p:cNvPr id="9" name="decision-body">
            <a:extLst xmlns:a="http://schemas.openxmlformats.org/drawingml/2006/main">
              <a:ext uri="{FF2B5EF4-FFF2-40B4-BE49-F238E27FC236}">
                <a16:creationId xmlns:a16="http://schemas.microsoft.com/office/drawing/2014/main" id="{05B0F5B9-6101-463C-A1DB-C6E9F0760F20}"/>
              </a:ext>
            </a:extLst>
          </p:cNvPr>
          <p:cNvSpPr>
            <a:spLocks xmlns:a="http://schemas.openxmlformats.org/drawingml/2006/main" noGrp="1"/>
          </p:cNvSpPr>
          <p:nvPr/>
        </p:nvSpPr>
        <p:spPr>
          <a:xfrm xmlns:a="http://schemas.openxmlformats.org/drawingml/2006/main">
            <a:off x="8086725" y="5133975"/>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Show what the findings support, what remains uncertain, and what to test.</a:t>
            </a:r>
          </a:p>
        </p:txBody>
      </p:sp>
      <p:sp>
        <p:nvSpPr>
          <p:cNvPr id="10" name="slide-number">
            <a:extLst xmlns:a="http://schemas.openxmlformats.org/drawingml/2006/main">
              <a:ext uri="{FF2B5EF4-FFF2-40B4-BE49-F238E27FC236}">
                <a16:creationId xmlns:a16="http://schemas.microsoft.com/office/drawing/2014/main" id="{2CFFB5AF-E310-457C-895A-9966ACD78A5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1022230812"/>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72F0548-D932-4E24-AA40-1C466FF6A7F4}"/>
              </a:ext>
            </a:extLst>
          </p:cNvPr>
          <p:cNvSpPr>
            <a:spLocks xmlns:a="http://schemas.openxmlformats.org/drawingml/2006/main" noGrp="1"/>
          </p:cNvSpPr>
          <p:nvPr/>
        </p:nvSpPr>
        <p:spPr>
          <a:xfrm xmlns:a="http://schemas.openxmlformats.org/drawingml/2006/main">
            <a:off x="609600" y="5238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BLINK UX · FREELANCE AND EMBEDDED RESEARCH</a:t>
            </a:r>
          </a:p>
        </p:txBody>
      </p:sp>
      <p:sp>
        <p:nvSpPr>
          <p:cNvPr id="2" name="headline">
            <a:extLst xmlns:a="http://schemas.openxmlformats.org/drawingml/2006/main">
              <a:ext uri="{FF2B5EF4-FFF2-40B4-BE49-F238E27FC236}">
                <a16:creationId xmlns:a16="http://schemas.microsoft.com/office/drawing/2014/main" id="{E71C30AC-B892-40CF-9A5D-B935765BD779}"/>
              </a:ext>
            </a:extLst>
          </p:cNvPr>
          <p:cNvSpPr>
            <a:spLocks xmlns:a="http://schemas.openxmlformats.org/drawingml/2006/main" noGrp="1"/>
          </p:cNvSpPr>
          <p:nvPr/>
        </p:nvSpPr>
        <p:spPr>
          <a:xfrm xmlns:a="http://schemas.openxmlformats.org/drawingml/2006/main">
            <a:off x="609600" y="16859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400" b="1">
                <a:solidFill>
                  <a:srgbClr val="F4F2E9"/>
                </a:solidFill>
                <a:latin typeface="Helvetica Neue"/>
                <a:ea typeface="Helvetica Neue"/>
                <a:cs typeface="Helvetica Neue"/>
              </a:defRPr>
            </a:pPr>
            <a:r>
              <a:rPr sz="5400" b="1">
                <a:solidFill>
                  <a:srgbClr val="F4F2E9"/>
                </a:solidFill>
                <a:latin typeface="Helvetica Neue"/>
                <a:ea typeface="Helvetica Neue"/>
                <a:cs typeface="Helvetica Neue"/>
              </a:rPr>
              <a:t>Kyle Hobson</a:t>
            </a:r>
          </a:p>
        </p:txBody>
      </p:sp>
      <p:sp>
        <p:nvSpPr>
          <p:cNvPr id="3" name="contact-intent">
            <a:extLst xmlns:a="http://schemas.openxmlformats.org/drawingml/2006/main">
              <a:ext uri="{FF2B5EF4-FFF2-40B4-BE49-F238E27FC236}">
                <a16:creationId xmlns:a16="http://schemas.microsoft.com/office/drawing/2014/main" id="{5CA23861-F2B7-4540-8A70-3B858356A188}"/>
              </a:ext>
            </a:extLst>
          </p:cNvPr>
          <p:cNvSpPr>
            <a:spLocks xmlns:a="http://schemas.openxmlformats.org/drawingml/2006/main" noGrp="1"/>
          </p:cNvSpPr>
          <p:nvPr/>
        </p:nvSpPr>
        <p:spPr>
          <a:xfrm xmlns:a="http://schemas.openxmlformats.org/drawingml/2006/main">
            <a:off x="647700" y="3476625"/>
            <a:ext cx="10191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Research that helps a client decide.</a:t>
            </a:r>
          </a:p>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Clear evidence and a useful next question.</a:t>
            </a:r>
          </a:p>
        </p:txBody>
      </p:sp>
      <p:sp>
        <p:nvSpPr>
          <p:cNvPr id="4" name="contact-availability">
            <a:extLst xmlns:a="http://schemas.openxmlformats.org/drawingml/2006/main">
              <a:ext uri="{FF2B5EF4-FFF2-40B4-BE49-F238E27FC236}">
                <a16:creationId xmlns:a16="http://schemas.microsoft.com/office/drawing/2014/main" id="{078D720C-58C0-4569-B236-C3E9F837B8C2}"/>
              </a:ext>
            </a:extLst>
          </p:cNvPr>
          <p:cNvSpPr>
            <a:spLocks xmlns:a="http://schemas.openxmlformats.org/drawingml/2006/main" noGrp="1"/>
          </p:cNvSpPr>
          <p:nvPr/>
        </p:nvSpPr>
        <p:spPr>
          <a:xfrm xmlns:a="http://schemas.openxmlformats.org/drawingml/2006/main">
            <a:off x="647700" y="49053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F4F2E9"/>
                </a:solidFill>
                <a:latin typeface="Helvetica Neue"/>
                <a:ea typeface="Helvetica Neue"/>
                <a:cs typeface="Helvetica Neue"/>
              </a:defRPr>
            </a:pPr>
            <a:r>
              <a:rPr sz="1800" b="0">
                <a:solidFill>
                  <a:srgbClr val="F4F2E9"/>
                </a:solidFill>
                <a:latin typeface="Helvetica Neue"/>
                <a:ea typeface="Helvetica Neue"/>
                <a:cs typeface="Helvetica Neue"/>
              </a:rPr>
              <a:t>Mesa, Arizona · U.S. remote work · Available ASAP</a:t>
            </a:r>
          </a:p>
        </p:txBody>
      </p:sp>
      <p:sp>
        <p:nvSpPr>
          <p:cNvPr id="5" name="email">
            <a:extLst xmlns:a="http://schemas.openxmlformats.org/drawingml/2006/main">
              <a:ext uri="{FF2B5EF4-FFF2-40B4-BE49-F238E27FC236}">
                <a16:creationId xmlns:a16="http://schemas.microsoft.com/office/drawing/2014/main" id="{5A79198F-6E82-41E1-A56C-0DA4E0ECC6C1}"/>
              </a:ext>
            </a:extLst>
          </p:cNvPr>
          <p:cNvSpPr>
            <a:spLocks xmlns:a="http://schemas.openxmlformats.org/drawingml/2006/main" noGrp="1"/>
          </p:cNvSpPr>
          <p:nvPr/>
        </p:nvSpPr>
        <p:spPr>
          <a:xfrm xmlns:a="http://schemas.openxmlformats.org/drawingml/2006/main">
            <a:off x="647700" y="55626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0fdea81f13b64c29"/>
              </a:rPr>
              <a:t>JonathanKyleHobson@gmail.com</a:t>
            </a:r>
          </a:p>
        </p:txBody>
      </p:sp>
      <p:sp>
        <p:nvSpPr>
          <p:cNvPr id="6" name="portfolio">
            <a:extLst xmlns:a="http://schemas.openxmlformats.org/drawingml/2006/main">
              <a:ext uri="{FF2B5EF4-FFF2-40B4-BE49-F238E27FC236}">
                <a16:creationId xmlns:a16="http://schemas.microsoft.com/office/drawing/2014/main" id="{CC5A0383-F078-46AF-89D8-FFC8B8E5DF2C}"/>
              </a:ext>
            </a:extLst>
          </p:cNvPr>
          <p:cNvSpPr>
            <a:spLocks xmlns:a="http://schemas.openxmlformats.org/drawingml/2006/main" noGrp="1"/>
          </p:cNvSpPr>
          <p:nvPr/>
        </p:nvSpPr>
        <p:spPr>
          <a:xfrm xmlns:a="http://schemas.openxmlformats.org/drawingml/2006/main">
            <a:off x="647700" y="61150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F4F2E9"/>
                </a:solidFill>
                <a:latin typeface="Helvetica Neue"/>
                <a:ea typeface="Helvetica Neue"/>
                <a:cs typeface="Helvetica Neue"/>
              </a:defRPr>
            </a:pPr>
            <a:r>
              <a:rPr sz="1725" b="0" u="sng">
                <a:solidFill>
                  <a:srgbClr val="F4F2E9"/>
                </a:solidFill>
                <a:latin typeface="Helvetica Neue"/>
                <a:ea typeface="Helvetica Neue"/>
                <a:cs typeface="Helvetica Neue"/>
                <a:hlinkClick xmlns:r="http://schemas.openxmlformats.org/officeDocument/2006/relationships" r:id="R29802e95f0c24b38"/>
              </a:rPr>
              <a:t>Portfolio selected for Blink UX</a:t>
            </a:r>
          </a:p>
        </p:txBody>
      </p:sp>
      <p:sp>
        <p:nvSpPr>
          <p:cNvPr id="7" name="slide-number">
            <a:extLst xmlns:a="http://schemas.openxmlformats.org/drawingml/2006/main">
              <a:ext uri="{FF2B5EF4-FFF2-40B4-BE49-F238E27FC236}">
                <a16:creationId xmlns:a16="http://schemas.microsoft.com/office/drawing/2014/main" id="{49A5BBC0-85B7-40AC-A700-CD684DC19CB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Tree>
    <p:extLst>
      <p:ext uri="{BB962C8B-B14F-4D97-AF65-F5344CB8AC3E}">
        <p14:creationId xmlns:p14="http://schemas.microsoft.com/office/powerpoint/2010/main" val="189009841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2026-09-08T17:44:49.6720000Z</dcterms:created>
  <dcterms:modified xsi:type="dcterms:W3CDTF">2026-09-08T17:44:49.6720000Z</dcterms:modified>
</coreProperties>
</file>