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d09471ecb74740" /><Relationship Type="http://schemas.openxmlformats.org/officeDocument/2006/relationships/extended-properties" Target="/docProps/app.xml" Id="Raed04436c201408f" /><Relationship Type="http://schemas.openxmlformats.org/officeDocument/2006/relationships/officeDocument" Target="/ppt/presentation.xml" Id="Rb1bc9297ac3b4c17" /></Relationships>
</file>

<file path=ppt/presentation.xml><?xml version="1.0" encoding="utf-8"?>
<p:presentation xmlns:p="http://schemas.openxmlformats.org/presentationml/2006/main">
  <p:sldMasterIdLst>
    <p:sldMasterId xmlns:r="http://schemas.openxmlformats.org/officeDocument/2006/relationships" id="2147483648" r:id="R52a80e8e4d7f4b36"/>
  </p:sldMasterIdLst>
  <p:notesMasterIdLst>
    <p:notesMasterId xmlns:r="http://schemas.openxmlformats.org/officeDocument/2006/relationships" r:id="R9481c9274a32482d"/>
  </p:notesMasterIdLst>
  <p:sldIdLst>
    <p:sldId xmlns:r="http://schemas.openxmlformats.org/officeDocument/2006/relationships" id="256" r:id="R64f2286fef8b4627"/>
    <p:sldId xmlns:r="http://schemas.openxmlformats.org/officeDocument/2006/relationships" id="257" r:id="R8027dc9fb4e9437e"/>
    <p:sldId xmlns:r="http://schemas.openxmlformats.org/officeDocument/2006/relationships" id="258" r:id="R6141b43e69a04c02"/>
    <p:sldId xmlns:r="http://schemas.openxmlformats.org/officeDocument/2006/relationships" id="259" r:id="R7279bf369b1349cf"/>
    <p:sldId xmlns:r="http://schemas.openxmlformats.org/officeDocument/2006/relationships" id="260" r:id="Rd6566a89b84f471c"/>
    <p:sldId xmlns:r="http://schemas.openxmlformats.org/officeDocument/2006/relationships" id="261" r:id="R69cc16e029d34ce8"/>
    <p:sldId xmlns:r="http://schemas.openxmlformats.org/officeDocument/2006/relationships" id="262" r:id="R41304440c2124e66"/>
    <p:sldId xmlns:r="http://schemas.openxmlformats.org/officeDocument/2006/relationships" id="263" r:id="Rb02bd8cf93a4490a"/>
    <p:sldId xmlns:r="http://schemas.openxmlformats.org/officeDocument/2006/relationships" id="264" r:id="Rb901da8fd9244477"/>
    <p:sldId xmlns:r="http://schemas.openxmlformats.org/officeDocument/2006/relationships" id="265" r:id="Rf0fc7fb37a4a42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fae0ee723949bf" /><Relationship Type="http://schemas.openxmlformats.org/officeDocument/2006/relationships/slideMaster" Target="/ppt/slideMasters/slideMaster1.xml" Id="R52a80e8e4d7f4b36" /><Relationship Type="http://schemas.openxmlformats.org/officeDocument/2006/relationships/notesMaster" Target="/ppt/notesMasters/notesMaster1.xml" Id="R9481c9274a32482d" /><Relationship Type="http://schemas.openxmlformats.org/officeDocument/2006/relationships/presProps" Target="/ppt/presProps.xml" Id="R313302d9dfab465e" /><Relationship Type="http://schemas.openxmlformats.org/officeDocument/2006/relationships/tableStyles" Target="/ppt/tableStyles.xml" Id="R2003bbe57c144290" /><Relationship Type="http://schemas.openxmlformats.org/officeDocument/2006/relationships/slide" Target="/ppt/slides/slide1.xml" Id="R64f2286fef8b4627" /><Relationship Type="http://schemas.openxmlformats.org/officeDocument/2006/relationships/slide" Target="/ppt/slides/slide2.xml" Id="R8027dc9fb4e9437e" /><Relationship Type="http://schemas.openxmlformats.org/officeDocument/2006/relationships/slide" Target="/ppt/slides/slide3.xml" Id="R6141b43e69a04c02" /><Relationship Type="http://schemas.openxmlformats.org/officeDocument/2006/relationships/slide" Target="/ppt/slides/slide4.xml" Id="R7279bf369b1349cf" /><Relationship Type="http://schemas.openxmlformats.org/officeDocument/2006/relationships/slide" Target="/ppt/slides/slide5.xml" Id="Rd6566a89b84f471c" /><Relationship Type="http://schemas.openxmlformats.org/officeDocument/2006/relationships/slide" Target="/ppt/slides/slide6.xml" Id="R69cc16e029d34ce8" /><Relationship Type="http://schemas.openxmlformats.org/officeDocument/2006/relationships/slide" Target="/ppt/slides/slide7.xml" Id="R41304440c2124e66" /><Relationship Type="http://schemas.openxmlformats.org/officeDocument/2006/relationships/slide" Target="/ppt/slides/slide8.xml" Id="Rb02bd8cf93a4490a" /><Relationship Type="http://schemas.openxmlformats.org/officeDocument/2006/relationships/slide" Target="/ppt/slides/slide9.xml" Id="Rb901da8fd9244477" /><Relationship Type="http://schemas.openxmlformats.org/officeDocument/2006/relationships/slide" Target="/ppt/slides/slide10.xml" Id="Rf0fc7fb37a4a42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6bfbc2164b4b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d37f9d814f46b8" /><Relationship Type="http://schemas.openxmlformats.org/officeDocument/2006/relationships/notesMaster" Target="/ppt/notesMasters/notesMaster1.xml" Id="Re7f9178fea7845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904b663907439e" /><Relationship Type="http://schemas.openxmlformats.org/officeDocument/2006/relationships/notesMaster" Target="/ppt/notesMasters/notesMaster1.xml" Id="R3d7fe33ce9684f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4ad617f92041da" /><Relationship Type="http://schemas.openxmlformats.org/officeDocument/2006/relationships/notesMaster" Target="/ppt/notesMasters/notesMaster1.xml" Id="R7090a0ad61144f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69c619513149f7" /><Relationship Type="http://schemas.openxmlformats.org/officeDocument/2006/relationships/notesMaster" Target="/ppt/notesMasters/notesMaster1.xml" Id="R2278031d53f34d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431c202b8a4368" /><Relationship Type="http://schemas.openxmlformats.org/officeDocument/2006/relationships/notesMaster" Target="/ppt/notesMasters/notesMaster1.xml" Id="R951f31abc83541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1e09d31ccf4bb0" /><Relationship Type="http://schemas.openxmlformats.org/officeDocument/2006/relationships/notesMaster" Target="/ppt/notesMasters/notesMaster1.xml" Id="R644f47612c7d48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cb646f71724f9d" /><Relationship Type="http://schemas.openxmlformats.org/officeDocument/2006/relationships/notesMaster" Target="/ppt/notesMasters/notesMaster1.xml" Id="R6b8cbd0428c541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ce66544adc463c" /><Relationship Type="http://schemas.openxmlformats.org/officeDocument/2006/relationships/notesMaster" Target="/ppt/notesMasters/notesMaster1.xml" Id="R5bd8d0707abb4b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83be932fa64290" /><Relationship Type="http://schemas.openxmlformats.org/officeDocument/2006/relationships/notesMaster" Target="/ppt/notesMasters/notesMaster1.xml" Id="Rb3f35d4a36d245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7e148821ba47b2" /><Relationship Type="http://schemas.openxmlformats.org/officeDocument/2006/relationships/notesMaster" Target="/ppt/notesMasters/notesMaster1.xml" Id="Ree961c2ef7a14d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About Me widget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 Built product design problem, grounded in Kyle’s Figma prototypes, documented interaction states and developer collaboration. This is not prior work for Built or a measured product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f3eb6c7fac4f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751b8e43ba433e" /><Relationship Type="http://schemas.openxmlformats.org/officeDocument/2006/relationships/slideLayout" Target="/ppt/slideLayouts/slideLayout1.xml" Id="R372569b82e054e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2569b82e054e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c24b1489744d5e" /><Relationship Type="http://schemas.openxmlformats.org/officeDocument/2006/relationships/image" Target="/ppt/media/image.png" Id="Rfcf63c755eb24f78" /><Relationship Type="http://schemas.openxmlformats.org/officeDocument/2006/relationships/notesSlide" Target="/ppt/notesSlides/notesSlide1.xml" Id="R604ba1e52c5f41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0a302ce4c842b0" /><Relationship Type="http://schemas.openxmlformats.org/officeDocument/2006/relationships/image" Target="/ppt/media/image2.png" Id="Rd70723f3930745d7" /><Relationship Type="http://schemas.openxmlformats.org/officeDocument/2006/relationships/notesSlide" Target="/ppt/notesSlides/notesSlide2.xml" Id="Rbd19d1668b5249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0e0cec70ec4da5" /><Relationship Type="http://schemas.openxmlformats.org/officeDocument/2006/relationships/image" Target="/ppt/media/image3.png" Id="Rf7af141bb42b46cb" /><Relationship Type="http://schemas.openxmlformats.org/officeDocument/2006/relationships/notesSlide" Target="/ppt/notesSlides/notesSlide3.xml" Id="R2eb59eb061ef47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8804f0cd804fc4" /><Relationship Type="http://schemas.openxmlformats.org/officeDocument/2006/relationships/image" Target="/ppt/media/image4.png" Id="R5142f72ed5294729" /><Relationship Type="http://schemas.openxmlformats.org/officeDocument/2006/relationships/notesSlide" Target="/ppt/notesSlides/notesSlide4.xml" Id="R49287d5e126c46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d55441240e42f4" /><Relationship Type="http://schemas.openxmlformats.org/officeDocument/2006/relationships/image" Target="/ppt/media/image5.png" Id="Rb5f89356a5be4429" /><Relationship Type="http://schemas.openxmlformats.org/officeDocument/2006/relationships/image" Target="/ppt/media/image6.png" Id="R300246134fbe4491" /><Relationship Type="http://schemas.openxmlformats.org/officeDocument/2006/relationships/notesSlide" Target="/ppt/notesSlides/notesSlide5.xml" Id="R8cb716738c7b4f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4a20f61a874f6e" /><Relationship Type="http://schemas.openxmlformats.org/officeDocument/2006/relationships/image" Target="/ppt/media/image7.png" Id="R5b492d02dfc04f5b" /><Relationship Type="http://schemas.openxmlformats.org/officeDocument/2006/relationships/image" Target="/ppt/media/image8.png" Id="Ra13c8cd489104041" /><Relationship Type="http://schemas.openxmlformats.org/officeDocument/2006/relationships/notesSlide" Target="/ppt/notesSlides/notesSlide6.xml" Id="Rcc74e536128342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75fc0a19144559" /><Relationship Type="http://schemas.openxmlformats.org/officeDocument/2006/relationships/image" Target="/ppt/media/image9.png" Id="R64ee90e7a45f4131" /><Relationship Type="http://schemas.openxmlformats.org/officeDocument/2006/relationships/notesSlide" Target="/ppt/notesSlides/notesSlide7.xml" Id="R08eab39e1f324d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ff50d29baf4861" /><Relationship Type="http://schemas.openxmlformats.org/officeDocument/2006/relationships/image" Target="/ppt/media/image10.png" Id="R018eda84d1da4a93" /><Relationship Type="http://schemas.openxmlformats.org/officeDocument/2006/relationships/image" Target="/ppt/media/image11.png" Id="R775abbfaf1e44854" /><Relationship Type="http://schemas.openxmlformats.org/officeDocument/2006/relationships/image" Target="/ppt/media/image12.png" Id="R11b09767b2a4464b" /><Relationship Type="http://schemas.openxmlformats.org/officeDocument/2006/relationships/notesSlide" Target="/ppt/notesSlides/notesSlide8.xml" Id="R0f32321d8cd142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ba177fcab44f9f" /><Relationship Type="http://schemas.openxmlformats.org/officeDocument/2006/relationships/image" Target="/ppt/media/image.jpeg" Id="Reaf3577fe3c045ac" /><Relationship Type="http://schemas.openxmlformats.org/officeDocument/2006/relationships/notesSlide" Target="/ppt/notesSlides/notesSlide9.xml" Id="R13ac06918f2340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ff43073fba44cf" /><Relationship Type="http://schemas.openxmlformats.org/officeDocument/2006/relationships/hyperlink" Target="mailto:JonathanKyleHobson@gmail.com" TargetMode="External" Id="R7e4591705063417c" /><Relationship Type="http://schemas.openxmlformats.org/officeDocument/2006/relationships/hyperlink" Target="https://jonathankhobson.github.io/application-portfolios/built-product-designer/" TargetMode="External" Id="R9cf8792be1a74581" /><Relationship Type="http://schemas.openxmlformats.org/officeDocument/2006/relationships/notesSlide" Target="/ppt/notesSlides/notesSlide10.xml" Id="R2e4d92d35ead491f"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40CEB1C1-81CD-43A1-9DDE-FBEB2B8DB42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9400CE22-443C-43CB-917D-D7E0EC2CC54D}"/>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BUILT PRODUCT DESIGNER APPLICATION</a:t>
            </a:r>
          </a:p>
        </p:txBody>
      </p:sp>
      <p:sp>
        <p:nvSpPr>
          <p:cNvPr id="3" name="headline">
            <a:extLst xmlns:a="http://schemas.openxmlformats.org/drawingml/2006/main">
              <a:ext uri="{FF2B5EF4-FFF2-40B4-BE49-F238E27FC236}">
                <a16:creationId xmlns:a16="http://schemas.microsoft.com/office/drawing/2014/main" id="{31CB9444-5D40-41EB-A3F6-2649712E3FA3}"/>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Complex workflows.</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Clear decisions.</a:t>
            </a:r>
          </a:p>
        </p:txBody>
      </p:sp>
      <p:sp>
        <p:nvSpPr>
          <p:cNvPr id="4" name="cover-intro">
            <a:extLst xmlns:a="http://schemas.openxmlformats.org/drawingml/2006/main">
              <a:ext uri="{FF2B5EF4-FFF2-40B4-BE49-F238E27FC236}">
                <a16:creationId xmlns:a16="http://schemas.microsoft.com/office/drawing/2014/main" id="{D8496417-7F5C-4A40-B0CE-34B36BD147D9}"/>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Research, interface patterns,</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the reasoning behind each next step.</a:t>
            </a:r>
          </a:p>
        </p:txBody>
      </p:sp>
      <p:sp>
        <p:nvSpPr>
          <p:cNvPr id="5" name="cover-accent">
            <a:extLst xmlns:a="http://schemas.openxmlformats.org/drawingml/2006/main">
              <a:ext uri="{FF2B5EF4-FFF2-40B4-BE49-F238E27FC236}">
                <a16:creationId xmlns:a16="http://schemas.microsoft.com/office/drawing/2014/main" id="{8FA53414-9570-48F6-B411-DC0E552014A2}"/>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37115317-214D-4627-BC08-E59ECD6E4233}"/>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Built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cf63c755eb24f78"/>
          <a:stretch xmlns:a="http://schemas.openxmlformats.org/drawingml/2006/main"/>
        </p:blipFill>
        <p:spPr>
          <a:xfrm xmlns:a="http://schemas.openxmlformats.org/drawingml/2006/main">
            <a:off x="7829550" y="1554273"/>
            <a:ext cx="3600450" cy="3511330"/>
          </a:xfrm>
          <a:prstGeom xmlns:a="http://schemas.openxmlformats.org/drawingml/2006/main" prst="rect">
            <a:avLst/>
          </a:prstGeom>
        </p:spPr>
      </p:pic>
    </p:spTree>
    <p:extLst>
      <p:ext uri="{BB962C8B-B14F-4D97-AF65-F5344CB8AC3E}">
        <p14:creationId xmlns:p14="http://schemas.microsoft.com/office/powerpoint/2010/main" val="2129458568"/>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201BF5EC-BFC2-4A7B-B51C-2054A43120D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92344935-5A82-4AA0-B233-EFDA4BB2E17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9B978A7C-3A98-47F8-B3DB-23F147CF2868}"/>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B66EABD1-9392-4F63-A059-CB7CDB31E5FD}"/>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40501D69-BF6D-40F7-8A27-BA8B155F367B}"/>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53571609-C4E6-4180-845C-88108BC379DD}"/>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70723f3930745d7"/>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318971409"/>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D6B4F47F-01BD-42DC-B9C5-5D1E7A17DE6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90BAACF6-F4C9-4F14-85C5-58214F8182C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7BD6B2F6-5048-4E45-AD9A-A5463D608EAD}"/>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8A2785E3-3913-4C6A-9662-372B3567A22B}"/>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9BDE467A-D224-40FB-B64E-3F58370E89F7}"/>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7af141bb42b46cb"/>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649787DF-0B33-4C00-8A14-0B897C585653}"/>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111445897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208B4EBE-BDCF-4153-B83B-D7751A0D5F5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73461A4F-EE28-46FA-B07C-BA603AF84BD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9887B70E-7A92-4780-BCD9-43AD2D429A84}"/>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45B034B2-1CA5-4948-A503-FC208E5BBF73}"/>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0291C330-470D-4638-9FA1-83C593C15936}"/>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2F3EE613-C007-41D3-A2AB-24753CBF9BB1}"/>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0C0B2768-FFFF-419D-8D80-645C1C11EA08}"/>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E19C8BE6-4011-407F-8520-19B244D736F6}"/>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142f72ed5294729"/>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227715513"/>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E234FC16-2F02-4EFC-AEA0-4A6E2B452E41}"/>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1FDC10F0-EB42-4DAF-9AED-E9A6408462A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5E7E1AAE-C51D-44D4-9F8A-48897B1558BB}"/>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4878B65A-478A-4AF8-A78A-3A7AA0EB3969}"/>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368F4B42-2E67-449F-B929-8E8D56CCD07D}"/>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5f89356a5be4429"/>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A9BF2169-5B5F-4A3E-958E-27FEF7C4E4E4}"/>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00246134fbe4491"/>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60492719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3426A983-E4D9-4901-8FA1-DB8625A4EED1}"/>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580AC660-B76D-414A-90A2-C624754DC0C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771308BA-DC48-415D-A3F6-28F83B19B99B}"/>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8E5D8163-F0D5-43B1-AD19-A109F243FD41}"/>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14D70B22-1E88-441F-B4C1-EE3322A409BF}"/>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9488CC6B-02C7-4FC7-ACD0-4E550FCC8F08}"/>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7E4EA139-0F01-46B1-BE07-6537B034FD63}"/>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b492d02dfc04f5b"/>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13c8cd489104041"/>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1361537264"/>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6692C5B3-B151-4523-9AC3-456A409D9DB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EF1FCFC5-B3BD-47E3-8B9A-71873E6ED75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7708D9B2-B2E6-44A6-BAA3-AE2CAD4D8F30}"/>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937A645E-56FC-464D-B0F1-64DAFC8F32AE}"/>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F334ABE3-C114-4B4A-B724-15B661497F2C}"/>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4206A7B9-4B68-419E-8D33-310C7CD28CA6}"/>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4ee90e7a45f4131"/>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705008318"/>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4C272A4A-ED30-48D3-9291-311A41D85AD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283C8DE6-5219-4B27-BD53-AA6E60A6B65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9C49652B-FA6C-45D6-8425-C97F40B1136D}"/>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09C41D8A-73C6-44AD-BB59-11EE28F80773}"/>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30EBD64C-7146-4ED1-8DA4-32ACF06A5FD1}"/>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40141D46-3566-4710-96CD-9F95EF9909C1}"/>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9501D54C-A978-4717-B4B7-FEBD3D7145B2}"/>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18eda84d1da4a93"/>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75abbfaf1e44854"/>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C8CFA015-5B8E-4EF2-BC33-04CA85639089}"/>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1b09767b2a4464b"/>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73E55362-4F90-427C-BAC5-96CB8A46D8A0}"/>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54203888"/>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DA7D4CB9-1E41-4474-9B7C-81F033853CB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tory-image-surface">
            <a:extLst xmlns:a="http://schemas.openxmlformats.org/drawingml/2006/main">
              <a:ext uri="{FF2B5EF4-FFF2-40B4-BE49-F238E27FC236}">
                <a16:creationId xmlns:a16="http://schemas.microsoft.com/office/drawing/2014/main" id="{943AB9BA-E407-4949-81BF-4EA85F5C8043}"/>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af3577fe3c045ac"/>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78ECF6D6-3D23-4E1C-B66F-EDFC24DF1191}"/>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HOW I WOULD APPROACH A BUILT WORKFLOW</a:t>
            </a:r>
          </a:p>
        </p:txBody>
      </p:sp>
      <p:sp>
        <p:nvSpPr>
          <p:cNvPr id="5" name="headline">
            <a:extLst xmlns:a="http://schemas.openxmlformats.org/drawingml/2006/main">
              <a:ext uri="{FF2B5EF4-FFF2-40B4-BE49-F238E27FC236}">
                <a16:creationId xmlns:a16="http://schemas.microsoft.com/office/drawing/2014/main" id="{124AB530-D254-4CC7-8B98-D34AAD0DCE7D}"/>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Learn the decision.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next step clear.</a:t>
            </a:r>
          </a:p>
        </p:txBody>
      </p:sp>
      <p:sp>
        <p:nvSpPr>
          <p:cNvPr id="6" name="story-documentary">
            <a:extLst xmlns:a="http://schemas.openxmlformats.org/drawingml/2006/main">
              <a:ext uri="{FF2B5EF4-FFF2-40B4-BE49-F238E27FC236}">
                <a16:creationId xmlns:a16="http://schemas.microsoft.com/office/drawing/2014/main" id="{CE023318-7EB4-47D5-A8CB-B42322C54044}"/>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Learn what a lender or contractor needs to decide, which evidence they use, and where the work gets stuck.</a:t>
            </a:r>
          </a:p>
        </p:txBody>
      </p:sp>
      <p:sp>
        <p:nvSpPr>
          <p:cNvPr id="7" name="story-now">
            <a:extLst xmlns:a="http://schemas.openxmlformats.org/drawingml/2006/main">
              <a:ext uri="{FF2B5EF4-FFF2-40B4-BE49-F238E27FC236}">
                <a16:creationId xmlns:a16="http://schemas.microsoft.com/office/drawing/2014/main" id="{597B70BC-BDC5-4D64-A8DD-364B49508008}"/>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approach: map the task, test a focused prototype with customers, and review the behavior and constraints with engineering.</a:t>
            </a:r>
          </a:p>
        </p:txBody>
      </p:sp>
      <p:sp>
        <p:nvSpPr>
          <p:cNvPr id="8" name="story-slide-number">
            <a:extLst xmlns:a="http://schemas.openxmlformats.org/drawingml/2006/main">
              <a:ext uri="{FF2B5EF4-FFF2-40B4-BE49-F238E27FC236}">
                <a16:creationId xmlns:a16="http://schemas.microsoft.com/office/drawing/2014/main" id="{63037F28-F49D-497A-A530-CFFC4894618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023607592"/>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C610D296-F89C-4D65-95A4-66C945085F18}"/>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
        <p:nvSpPr>
          <p:cNvPr id="2" name="section-label">
            <a:extLst xmlns:a="http://schemas.openxmlformats.org/drawingml/2006/main">
              <a:ext uri="{FF2B5EF4-FFF2-40B4-BE49-F238E27FC236}">
                <a16:creationId xmlns:a16="http://schemas.microsoft.com/office/drawing/2014/main" id="{18639B5B-DF7D-46E5-9E0C-26F339BF74BA}"/>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BUILT PRODUCT DESIGNER APPLICATION</a:t>
            </a:r>
          </a:p>
        </p:txBody>
      </p:sp>
      <p:sp>
        <p:nvSpPr>
          <p:cNvPr id="3" name="headline">
            <a:extLst xmlns:a="http://schemas.openxmlformats.org/drawingml/2006/main">
              <a:ext uri="{FF2B5EF4-FFF2-40B4-BE49-F238E27FC236}">
                <a16:creationId xmlns:a16="http://schemas.microsoft.com/office/drawing/2014/main" id="{9AD219B1-AE9D-4495-84E4-C37D5B710EAB}"/>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complex work</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easier to follow</a:t>
            </a:r>
          </a:p>
        </p:txBody>
      </p:sp>
      <p:sp>
        <p:nvSpPr>
          <p:cNvPr id="4" name="contact-intent">
            <a:extLst xmlns:a="http://schemas.openxmlformats.org/drawingml/2006/main">
              <a:ext uri="{FF2B5EF4-FFF2-40B4-BE49-F238E27FC236}">
                <a16:creationId xmlns:a16="http://schemas.microsoft.com/office/drawing/2014/main" id="{73333379-B6B5-4700-9EAE-5F2FBCC05C11}"/>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Built’s Product Designer II role.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2ED3E0E7-361B-468D-AD7C-44A23AB813AB}"/>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7e4591705063417c"/>
              </a:rPr>
              <a:t>JonathanKyleHobson@gmail.com</a:t>
            </a:r>
          </a:p>
        </p:txBody>
      </p:sp>
      <p:sp>
        <p:nvSpPr>
          <p:cNvPr id="6" name="public-profile">
            <a:extLst xmlns:a="http://schemas.openxmlformats.org/drawingml/2006/main">
              <a:ext uri="{FF2B5EF4-FFF2-40B4-BE49-F238E27FC236}">
                <a16:creationId xmlns:a16="http://schemas.microsoft.com/office/drawing/2014/main" id="{A2F0520C-6754-4130-A200-3064C31A9E26}"/>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9cf8792be1a74581"/>
              </a:rPr>
              <a:t>jonathankhobson.github.io/application-portfolios/built-product-designer</a:t>
            </a:r>
          </a:p>
        </p:txBody>
      </p:sp>
    </p:spTree>
    <p:extLst>
      <p:ext uri="{BB962C8B-B14F-4D97-AF65-F5344CB8AC3E}">
        <p14:creationId xmlns:p14="http://schemas.microsoft.com/office/powerpoint/2010/main" val="1712921007"/>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2026-09-08T17:07:37.2820000Z</dcterms:created>
  <dcterms:modified xsi:type="dcterms:W3CDTF">2026-09-08T17:07:37.2820000Z</dcterms:modified>
</coreProperties>
</file>