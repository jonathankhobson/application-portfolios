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32b61594364a14" /><Relationship Type="http://schemas.openxmlformats.org/officeDocument/2006/relationships/extended-properties" Target="/docProps/app.xml" Id="Ra4f8d7f790fd433c" /><Relationship Type="http://schemas.openxmlformats.org/officeDocument/2006/relationships/officeDocument" Target="/ppt/presentation.xml" Id="R72c5ef8cc1fb4f9c" /></Relationships>
</file>

<file path=ppt/presentation.xml><?xml version="1.0" encoding="utf-8"?>
<p:presentation xmlns:p="http://schemas.openxmlformats.org/presentationml/2006/main">
  <p:sldMasterIdLst>
    <p:sldMasterId xmlns:r="http://schemas.openxmlformats.org/officeDocument/2006/relationships" id="2147483648" r:id="Rda790f34c6db42bd"/>
  </p:sldMasterIdLst>
  <p:notesMasterIdLst>
    <p:notesMasterId xmlns:r="http://schemas.openxmlformats.org/officeDocument/2006/relationships" r:id="Rd00ef8c0d10344c7"/>
  </p:notesMasterIdLst>
  <p:sldIdLst>
    <p:sldId xmlns:r="http://schemas.openxmlformats.org/officeDocument/2006/relationships" id="256" r:id="R65548dc7df7b486e"/>
    <p:sldId xmlns:r="http://schemas.openxmlformats.org/officeDocument/2006/relationships" id="257" r:id="R0f4b4c09ad65405e"/>
    <p:sldId xmlns:r="http://schemas.openxmlformats.org/officeDocument/2006/relationships" id="258" r:id="R941102139f07498a"/>
    <p:sldId xmlns:r="http://schemas.openxmlformats.org/officeDocument/2006/relationships" id="259" r:id="R35427c8b01ab4899"/>
    <p:sldId xmlns:r="http://schemas.openxmlformats.org/officeDocument/2006/relationships" id="260" r:id="R91d441b04c6d4ed7"/>
    <p:sldId xmlns:r="http://schemas.openxmlformats.org/officeDocument/2006/relationships" id="261" r:id="R57dc5365754d49e9"/>
    <p:sldId xmlns:r="http://schemas.openxmlformats.org/officeDocument/2006/relationships" id="262" r:id="R22cd9160170340fa"/>
    <p:sldId xmlns:r="http://schemas.openxmlformats.org/officeDocument/2006/relationships" id="263" r:id="R5dc02a04c7524fe6"/>
    <p:sldId xmlns:r="http://schemas.openxmlformats.org/officeDocument/2006/relationships" id="264" r:id="Ra4ced797b9254dd0"/>
    <p:sldId xmlns:r="http://schemas.openxmlformats.org/officeDocument/2006/relationships" id="265" r:id="R65f3da34a78049eb"/>
    <p:sldId xmlns:r="http://schemas.openxmlformats.org/officeDocument/2006/relationships" id="266" r:id="Rca836f89eee646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e0231ea51c4371" /><Relationship Type="http://schemas.openxmlformats.org/officeDocument/2006/relationships/slideMaster" Target="/ppt/slideMasters/slideMaster1.xml" Id="Rda790f34c6db42bd" /><Relationship Type="http://schemas.openxmlformats.org/officeDocument/2006/relationships/notesMaster" Target="/ppt/notesMasters/notesMaster1.xml" Id="Rd00ef8c0d10344c7" /><Relationship Type="http://schemas.openxmlformats.org/officeDocument/2006/relationships/presProps" Target="/ppt/presProps.xml" Id="R35ba8126ba4244e3" /><Relationship Type="http://schemas.openxmlformats.org/officeDocument/2006/relationships/tableStyles" Target="/ppt/tableStyles.xml" Id="R156e292f9617419a" /><Relationship Type="http://schemas.openxmlformats.org/officeDocument/2006/relationships/slide" Target="/ppt/slides/slide1.xml" Id="R65548dc7df7b486e" /><Relationship Type="http://schemas.openxmlformats.org/officeDocument/2006/relationships/slide" Target="/ppt/slides/slide2.xml" Id="R0f4b4c09ad65405e" /><Relationship Type="http://schemas.openxmlformats.org/officeDocument/2006/relationships/slide" Target="/ppt/slides/slide3.xml" Id="R941102139f07498a" /><Relationship Type="http://schemas.openxmlformats.org/officeDocument/2006/relationships/slide" Target="/ppt/slides/slide4.xml" Id="R35427c8b01ab4899" /><Relationship Type="http://schemas.openxmlformats.org/officeDocument/2006/relationships/slide" Target="/ppt/slides/slide5.xml" Id="R91d441b04c6d4ed7" /><Relationship Type="http://schemas.openxmlformats.org/officeDocument/2006/relationships/slide" Target="/ppt/slides/slide6.xml" Id="R57dc5365754d49e9" /><Relationship Type="http://schemas.openxmlformats.org/officeDocument/2006/relationships/slide" Target="/ppt/slides/slide7.xml" Id="R22cd9160170340fa" /><Relationship Type="http://schemas.openxmlformats.org/officeDocument/2006/relationships/slide" Target="/ppt/slides/slide8.xml" Id="R5dc02a04c7524fe6" /><Relationship Type="http://schemas.openxmlformats.org/officeDocument/2006/relationships/slide" Target="/ppt/slides/slide9.xml" Id="Ra4ced797b9254dd0" /><Relationship Type="http://schemas.openxmlformats.org/officeDocument/2006/relationships/slide" Target="/ppt/slides/slide10.xml" Id="R65f3da34a78049eb" /><Relationship Type="http://schemas.openxmlformats.org/officeDocument/2006/relationships/slide" Target="/ppt/slides/slide11.xml" Id="Rca836f89eee646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d3083cc21645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055a6893f94272" /><Relationship Type="http://schemas.openxmlformats.org/officeDocument/2006/relationships/notesMaster" Target="/ppt/notesMasters/notesMaster1.xml" Id="Rddeaef285ff845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1ad756915f4535" /><Relationship Type="http://schemas.openxmlformats.org/officeDocument/2006/relationships/notesMaster" Target="/ppt/notesMasters/notesMaster1.xml" Id="Rec1a0d9146b249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c8c3afe8484eaf" /><Relationship Type="http://schemas.openxmlformats.org/officeDocument/2006/relationships/notesMaster" Target="/ppt/notesMasters/notesMaster1.xml" Id="Rc229ed392a3b42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5dbcde5f8a41a8" /><Relationship Type="http://schemas.openxmlformats.org/officeDocument/2006/relationships/notesMaster" Target="/ppt/notesMasters/notesMaster1.xml" Id="Rbb8a71e581d14b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1d777a0d594543" /><Relationship Type="http://schemas.openxmlformats.org/officeDocument/2006/relationships/notesMaster" Target="/ppt/notesMasters/notesMaster1.xml" Id="R155371430ede4d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ea5112b7de4f20" /><Relationship Type="http://schemas.openxmlformats.org/officeDocument/2006/relationships/notesMaster" Target="/ppt/notesMasters/notesMaster1.xml" Id="R0af76499e8894c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3909718e3e455f" /><Relationship Type="http://schemas.openxmlformats.org/officeDocument/2006/relationships/notesMaster" Target="/ppt/notesMasters/notesMaster1.xml" Id="R33ec704d2b7e4e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79ba314014914" /><Relationship Type="http://schemas.openxmlformats.org/officeDocument/2006/relationships/notesMaster" Target="/ppt/notesMasters/notesMaster1.xml" Id="R3c5381b2d1fe4a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55b6d116f44d36" /><Relationship Type="http://schemas.openxmlformats.org/officeDocument/2006/relationships/notesMaster" Target="/ppt/notesMasters/notesMaster1.xml" Id="Rff395b1c50fd4e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77a537d3004397" /><Relationship Type="http://schemas.openxmlformats.org/officeDocument/2006/relationships/notesMaster" Target="/ppt/notesMasters/notesMaster1.xml" Id="Rab5f4303b36b4d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94645a78774dba" /><Relationship Type="http://schemas.openxmlformats.org/officeDocument/2006/relationships/notesMaster" Target="/ppt/notesMasters/notesMaster1.xml" Id="R4b3bd505978f4c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public AI portfolio and Prompt Compass beta.3 release dated April 27, 2026. The image reformats an original May 2026 developer-authored regression fixture. It is a designed expected-result example, not a customer incident or independent effectiveness benchmark. Later local evaluation work is distinct from the April release. This project establishes working AI tool implementation; it is not an Engine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an Engine flight-search problem, grounded in Kyle’s Figma prototypes, documented interaction states and developer collaboration. This is not prior flight-product work or evidence of an implemented booking system. This is not prior work for Engine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3a900090b64f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a265ef5c7d43d8" /><Relationship Type="http://schemas.openxmlformats.org/officeDocument/2006/relationships/slideLayout" Target="/ppt/slideLayouts/slideLayout1.xml" Id="Rb709cc560a0b41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09cc560a0b41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1f5cb1d19f4b0d" /><Relationship Type="http://schemas.openxmlformats.org/officeDocument/2006/relationships/image" Target="/ppt/media/image.png" Id="R7e64b7e95f8a4aa1" /><Relationship Type="http://schemas.openxmlformats.org/officeDocument/2006/relationships/notesSlide" Target="/ppt/notesSlides/notesSlide1.xml" Id="R9b27f073bbe440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3d73db16d54066" /><Relationship Type="http://schemas.openxmlformats.org/officeDocument/2006/relationships/image" Target="/ppt/media/image2.png" Id="Re06d98a78df647ab" /><Relationship Type="http://schemas.openxmlformats.org/officeDocument/2006/relationships/notesSlide" Target="/ppt/notesSlides/notesSlide2.xml" Id="R271987ac7c2f4f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e9e66aa72c4baa" /><Relationship Type="http://schemas.openxmlformats.org/officeDocument/2006/relationships/image" Target="/ppt/media/image3.png" Id="R4777c7e561fe4052" /><Relationship Type="http://schemas.openxmlformats.org/officeDocument/2006/relationships/notesSlide" Target="/ppt/notesSlides/notesSlide3.xml" Id="R847dcc63287e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6bf24d5d5d4aa6" /><Relationship Type="http://schemas.openxmlformats.org/officeDocument/2006/relationships/image" Target="/ppt/media/image4.png" Id="Re1737498acc547b8" /><Relationship Type="http://schemas.openxmlformats.org/officeDocument/2006/relationships/notesSlide" Target="/ppt/notesSlides/notesSlide4.xml" Id="R0da686e2349440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923bcd0357425c" /><Relationship Type="http://schemas.openxmlformats.org/officeDocument/2006/relationships/image" Target="/ppt/media/image5.png" Id="R0b504d28d04940df" /><Relationship Type="http://schemas.openxmlformats.org/officeDocument/2006/relationships/image" Target="/ppt/media/image6.png" Id="R20e447fa85ca4835" /><Relationship Type="http://schemas.openxmlformats.org/officeDocument/2006/relationships/notesSlide" Target="/ppt/notesSlides/notesSlide5.xml" Id="R5774a2b719e448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c6ca349f5f4a5f" /><Relationship Type="http://schemas.openxmlformats.org/officeDocument/2006/relationships/image" Target="/ppt/media/image7.png" Id="R6436530b47534682" /><Relationship Type="http://schemas.openxmlformats.org/officeDocument/2006/relationships/image" Target="/ppt/media/image8.png" Id="R79cc1e831d8b4100" /><Relationship Type="http://schemas.openxmlformats.org/officeDocument/2006/relationships/notesSlide" Target="/ppt/notesSlides/notesSlide6.xml" Id="R28c3252e7be742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5cb8743f614329" /><Relationship Type="http://schemas.openxmlformats.org/officeDocument/2006/relationships/image" Target="/ppt/media/image9.png" Id="Rfea7084d135a45b9" /><Relationship Type="http://schemas.openxmlformats.org/officeDocument/2006/relationships/hyperlink" Target="https://github.com/JonathanKHobson/prompt-compass/releases/tag/v0.1.0-beta.3" TargetMode="External" Id="Rffbdfe02cc0d4869" /><Relationship Type="http://schemas.openxmlformats.org/officeDocument/2006/relationships/notesSlide" Target="/ppt/notesSlides/notesSlide7.xml" Id="R6478b4aae45448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af2180fefa4c69" /><Relationship Type="http://schemas.openxmlformats.org/officeDocument/2006/relationships/image" Target="/ppt/media/image10.png" Id="Re71dd9eb559348d5" /><Relationship Type="http://schemas.openxmlformats.org/officeDocument/2006/relationships/notesSlide" Target="/ppt/notesSlides/notesSlide8.xml" Id="R3174bc224f6c46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152a9a0ac44e0d" /><Relationship Type="http://schemas.openxmlformats.org/officeDocument/2006/relationships/image" Target="/ppt/media/image11.png" Id="Rcd2eb7d2de6840a0" /><Relationship Type="http://schemas.openxmlformats.org/officeDocument/2006/relationships/image" Target="/ppt/media/image12.png" Id="R21a1d470bc834e1e" /><Relationship Type="http://schemas.openxmlformats.org/officeDocument/2006/relationships/image" Target="/ppt/media/image13.png" Id="Rf35a76bb483d4cad" /><Relationship Type="http://schemas.openxmlformats.org/officeDocument/2006/relationships/notesSlide" Target="/ppt/notesSlides/notesSlide9.xml" Id="R70e92248a14144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31296143e245ec" /><Relationship Type="http://schemas.openxmlformats.org/officeDocument/2006/relationships/image" Target="/ppt/media/image.jpeg" Id="Rfcd7ca9cb1f04c53" /><Relationship Type="http://schemas.openxmlformats.org/officeDocument/2006/relationships/notesSlide" Target="/ppt/notesSlides/notesSlide10.xml" Id="Rc608088a20be45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a0ee6ae0a84594" /><Relationship Type="http://schemas.openxmlformats.org/officeDocument/2006/relationships/hyperlink" Target="mailto:JonathanKyleHobson@gmail.com" TargetMode="External" Id="R4934933f314c41c3" /><Relationship Type="http://schemas.openxmlformats.org/officeDocument/2006/relationships/hyperlink" Target="https://jonathankhobson.github.io/application-portfolios/engine-product-designer/" TargetMode="External" Id="Ra240cbb26d094af6" /><Relationship Type="http://schemas.openxmlformats.org/officeDocument/2006/relationships/notesSlide" Target="/ppt/notesSlides/notesSlide11.xml" Id="Rb1f3a273cde74cf2"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DD79761-0FB7-42F5-B2EA-A79F38D7C05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97B0C045-E4BC-441C-B214-E86958C32786}"/>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ENGINE · SENIOR PRODUCT DESIGNER, FLIGHTS</a:t>
            </a:r>
          </a:p>
        </p:txBody>
      </p:sp>
      <p:sp>
        <p:nvSpPr>
          <p:cNvPr id="3" name="headline">
            <a:extLst xmlns:a="http://schemas.openxmlformats.org/drawingml/2006/main">
              <a:ext uri="{FF2B5EF4-FFF2-40B4-BE49-F238E27FC236}">
                <a16:creationId xmlns:a16="http://schemas.microsoft.com/office/drawing/2014/main" id="{5C4B55D3-3335-4464-B4D9-C68822E2C7D9}"/>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choices.</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Context intact.</a:t>
            </a:r>
          </a:p>
        </p:txBody>
      </p:sp>
      <p:sp>
        <p:nvSpPr>
          <p:cNvPr id="4" name="cover-intro">
            <a:extLst xmlns:a="http://schemas.openxmlformats.org/drawingml/2006/main">
              <a:ext uri="{FF2B5EF4-FFF2-40B4-BE49-F238E27FC236}">
                <a16:creationId xmlns:a16="http://schemas.microsoft.com/office/drawing/2014/main" id="{17B5AED2-1D2B-440E-B601-80A894CAE5D0}"/>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Information hierarchy, task continuity,</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working AI tools.</a:t>
            </a:r>
          </a:p>
        </p:txBody>
      </p:sp>
      <p:sp>
        <p:nvSpPr>
          <p:cNvPr id="5" name="cover-accent">
            <a:extLst xmlns:a="http://schemas.openxmlformats.org/drawingml/2006/main">
              <a:ext uri="{FF2B5EF4-FFF2-40B4-BE49-F238E27FC236}">
                <a16:creationId xmlns:a16="http://schemas.microsoft.com/office/drawing/2014/main" id="{CC45BDA3-0D86-4EC1-914D-EF9B9356762A}"/>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56F5F98B-F01D-4BCD-AFC9-BC60E3499D73}"/>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Engine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e64b7e95f8a4aa1"/>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207372070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9F035D19-FAE2-4400-9663-30E05638A247}"/>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005E509B-E440-4ED8-A28D-4F3F9D5CB29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FE67B4E9-9064-40CD-B3B8-79C1DBAF3077}"/>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6F278782-756C-4BCE-8608-FA48912A14D5}"/>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6B931D8F-00E1-43AF-B90D-A4EA6340F646}"/>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B1E25974-59C4-4DE9-8BB3-E7A8A7B16951}"/>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06d98a78df647ab"/>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6289032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6C51CAC-5C66-4921-8A80-9300A69777C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32610B1C-4983-4713-A50F-1F59B96A553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DA1CDD2C-D540-48D6-B0D8-E35583B7C486}"/>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BA255B5B-8E30-4684-BAF0-0440F38B3CD2}"/>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8F6F66A9-80B9-410B-B053-1CEF4F894AA5}"/>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777c7e561fe4052"/>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DA1C2DD1-A139-42C8-935D-F514442DB01A}"/>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44682733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085D9BE0-1B7E-4E7E-A2B3-D031D942C17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56812404-57B8-4778-B599-06A127A16F6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966DA7B4-A816-4409-B49B-4034E8E8BEAB}"/>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42F9B13C-969A-461E-86CC-7FA68E0C3010}"/>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C28AA3BA-0741-489D-9B9C-F43F07C0DC35}"/>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04D7BECD-675C-4E56-81C0-27B2600FB2F9}"/>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7820172B-2237-47B1-918F-849F6EEA1117}"/>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B194A860-FCD2-4375-A77E-E3F54CDE63DE}"/>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1737498acc547b8"/>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2053844810"/>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4E109B48-AD28-480B-A25B-53FF78A07AC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F51781EB-6E7F-498D-BF81-CADBFBB04DB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74FFD306-0F5C-4B3E-AC5A-67DBBB200D20}"/>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D56CC6AD-B539-4FDB-810F-07D1F628B76E}"/>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68F5DC0D-E9FD-4B2D-B598-EB42F37F43B7}"/>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b504d28d04940df"/>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CA9C7D04-6038-42B5-9744-A7300022BA55}"/>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0e447fa85ca4835"/>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34318193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6A9A4A61-53E5-4420-A052-79C16041488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8632ED69-30AF-4B29-A25A-B98885DE72E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F3522502-BDA9-44F5-ADED-321AD3A5ABA9}"/>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D96723FD-1CB1-4E23-98FF-6B715CEA5E5A}"/>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50C1D930-9C91-4063-9D09-125C889D8000}"/>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55891C0E-41CA-411C-B879-E2C542E8F1DA}"/>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207FF56F-0223-4FC2-A4E4-01431D12A7F0}"/>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436530b47534682"/>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9cc1e831d8b4100"/>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45957911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D46A5669-2C78-42D4-BBC3-9F75D38CB81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3CF8ED42-FECF-4035-B72F-15056370ACB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a:t>
            </a:r>
          </a:p>
        </p:txBody>
      </p:sp>
      <p:sp>
        <p:nvSpPr>
          <p:cNvPr id="3" name="headline">
            <a:extLst xmlns:a="http://schemas.openxmlformats.org/drawingml/2006/main">
              <a:ext uri="{FF2B5EF4-FFF2-40B4-BE49-F238E27FC236}">
                <a16:creationId xmlns:a16="http://schemas.microsoft.com/office/drawing/2014/main" id="{CDFE7995-1361-44B9-9747-082127DE98B9}"/>
              </a:ext>
            </a:extLst>
          </p:cNvPr>
          <p:cNvSpPr>
            <a:spLocks xmlns:a="http://schemas.openxmlformats.org/drawingml/2006/main" noGrp="1"/>
          </p:cNvSpPr>
          <p:nvPr/>
        </p:nvSpPr>
        <p:spPr>
          <a:xfrm xmlns:a="http://schemas.openxmlformats.org/drawingml/2006/main">
            <a:off x="609600" y="1123950"/>
            <a:ext cx="4800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Make the task</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explicit.</a:t>
            </a:r>
          </a:p>
        </p:txBody>
      </p:sp>
      <p:sp>
        <p:nvSpPr>
          <p:cNvPr id="4" name="tool-contribution">
            <a:extLst xmlns:a="http://schemas.openxmlformats.org/drawingml/2006/main">
              <a:ext uri="{FF2B5EF4-FFF2-40B4-BE49-F238E27FC236}">
                <a16:creationId xmlns:a16="http://schemas.microsoft.com/office/drawing/2014/main" id="{BAA8806B-C3EA-485C-BF08-1F94A82830A9}"/>
              </a:ext>
            </a:extLst>
          </p:cNvPr>
          <p:cNvSpPr>
            <a:spLocks xmlns:a="http://schemas.openxmlformats.org/drawingml/2006/main" noGrp="1"/>
          </p:cNvSpPr>
          <p:nvPr/>
        </p:nvSpPr>
        <p:spPr>
          <a:xfrm xmlns:a="http://schemas.openxmlformats.org/drawingml/2006/main">
            <a:off x="609600" y="3076575"/>
            <a:ext cx="43434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built and released a tool that helps an AI assistant inspect requirements and compare prompt versions.</a:t>
            </a:r>
          </a:p>
        </p:txBody>
      </p:sp>
      <p:sp>
        <p:nvSpPr>
          <p:cNvPr id="5" name="tool-boundary">
            <a:extLst xmlns:a="http://schemas.openxmlformats.org/drawingml/2006/main">
              <a:ext uri="{FF2B5EF4-FFF2-40B4-BE49-F238E27FC236}">
                <a16:creationId xmlns:a16="http://schemas.microsoft.com/office/drawing/2014/main" id="{53201C5A-4D7F-405A-BB11-F2C480018DC0}"/>
              </a:ext>
            </a:extLst>
          </p:cNvPr>
          <p:cNvSpPr>
            <a:spLocks xmlns:a="http://schemas.openxmlformats.org/drawingml/2006/main" noGrp="1"/>
          </p:cNvSpPr>
          <p:nvPr/>
        </p:nvSpPr>
        <p:spPr>
          <a:xfrm xmlns:a="http://schemas.openxmlformats.org/drawingml/2006/main">
            <a:off x="609600" y="4838700"/>
            <a:ext cx="4343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Public beta released April 2026.</a:t>
            </a:r>
          </a:p>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The pictured local test asks whether a rewrite preserves required output behavior.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ea7084d135a45b9"/>
          <a:stretch xmlns:a="http://schemas.openxmlformats.org/drawingml/2006/main"/>
        </p:blipFill>
        <p:spPr>
          <a:xfrm xmlns:a="http://schemas.openxmlformats.org/drawingml/2006/main">
            <a:off x="5514975" y="1658112"/>
            <a:ext cx="6038850" cy="4589526"/>
          </a:xfrm>
          <a:prstGeom xmlns:a="http://schemas.openxmlformats.org/drawingml/2006/main" prst="rect">
            <a:avLst/>
          </a:prstGeom>
        </p:spPr>
      </p:pic>
      <p:sp>
        <p:nvSpPr>
          <p:cNvPr id="7" name="public-release-surface">
            <a:extLst xmlns:a="http://schemas.openxmlformats.org/drawingml/2006/main">
              <a:ext uri="{FF2B5EF4-FFF2-40B4-BE49-F238E27FC236}">
                <a16:creationId xmlns:a16="http://schemas.microsoft.com/office/drawing/2014/main" id="{132ACEA3-DC73-4C70-9E46-7EAAB94E8B9B}"/>
              </a:ext>
            </a:extLst>
          </p:cNvPr>
          <p:cNvSpPr>
            <a:spLocks xmlns:a="http://schemas.openxmlformats.org/drawingml/2006/main" noGrp="1"/>
          </p:cNvSpPr>
          <p:nvPr/>
        </p:nvSpPr>
        <p:spPr>
          <a:xfrm xmlns:a="http://schemas.openxmlformats.org/drawingml/2006/main">
            <a:off x="609600" y="6048375"/>
            <a:ext cx="3124200" cy="4381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8" name="public-release">
            <a:extLst xmlns:a="http://schemas.openxmlformats.org/drawingml/2006/main">
              <a:ext uri="{FF2B5EF4-FFF2-40B4-BE49-F238E27FC236}">
                <a16:creationId xmlns:a16="http://schemas.microsoft.com/office/drawing/2014/main" id="{CB4FD7A7-9CD0-4F19-936A-37E697FAD3C3}"/>
              </a:ext>
            </a:extLst>
          </p:cNvPr>
          <p:cNvSpPr>
            <a:spLocks xmlns:a="http://schemas.openxmlformats.org/drawingml/2006/main" noGrp="1"/>
          </p:cNvSpPr>
          <p:nvPr/>
        </p:nvSpPr>
        <p:spPr>
          <a:xfrm xmlns:a="http://schemas.openxmlformats.org/drawingml/2006/main">
            <a:off x="762000" y="61626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ffbdfe02cc0d4869"/>
              </a:rPr>
              <a:t>Explore the public beta</a:t>
            </a:r>
          </a:p>
        </p:txBody>
      </p:sp>
    </p:spTree>
    <p:extLst>
      <p:ext uri="{BB962C8B-B14F-4D97-AF65-F5344CB8AC3E}">
        <p14:creationId xmlns:p14="http://schemas.microsoft.com/office/powerpoint/2010/main" val="691285835"/>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3946DAC-A063-453C-AB59-C1069DCCD64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5362047B-134E-4486-9A45-61021EA5640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B1C6DA71-F41E-487C-A369-85088EB910B8}"/>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DAA20983-0AA8-45EA-9A1A-12778285586D}"/>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DC75CAFA-582F-49E5-984A-80A56FD94FDB}"/>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86495EFD-7793-4D09-8AFE-0AA73E7EB289}"/>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1dd9eb559348d5"/>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1374067910"/>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94AD7C9D-46E2-44D3-AFBA-8EA36E1F894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279AF955-7ABB-4346-9A9C-260CB25B295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4860321A-6B74-4BF8-8399-56A54A986DFF}"/>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95C52DDE-3E24-4A2F-8BB9-0D2C1ECD47E0}"/>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90A24793-5DCF-4F2D-B994-BC41240D27B8}"/>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A3C8188F-4304-4B73-AAEE-33CEBCF934F8}"/>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EBDB0D4C-32D7-467E-AFE2-44314FDCB2CD}"/>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d2eb7d2de6840a0"/>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1a1d470bc834e1e"/>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346AA040-B0CA-4F3A-A40A-D542529933A4}"/>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35a76bb483d4cad"/>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422B4245-FD53-48AF-81A9-A8E9A6C5AE59}"/>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7910259"/>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66DC2D7C-5BBA-4EAE-897E-3171583CA2E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
        <p:nvSpPr>
          <p:cNvPr id="2" name="story-image-surface">
            <a:extLst xmlns:a="http://schemas.openxmlformats.org/drawingml/2006/main">
              <a:ext uri="{FF2B5EF4-FFF2-40B4-BE49-F238E27FC236}">
                <a16:creationId xmlns:a16="http://schemas.microsoft.com/office/drawing/2014/main" id="{4050DA18-D358-47FD-8EBE-BE4D211F0591}"/>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cd7ca9cb1f04c53"/>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521F8613-EB9E-41F6-9F67-B18921B5E82A}"/>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 PROPOSED APPROACH TO ENGINE FLIGHT SEARCH</a:t>
            </a:r>
          </a:p>
        </p:txBody>
      </p:sp>
      <p:sp>
        <p:nvSpPr>
          <p:cNvPr id="5" name="headline">
            <a:extLst xmlns:a="http://schemas.openxmlformats.org/drawingml/2006/main">
              <a:ext uri="{FF2B5EF4-FFF2-40B4-BE49-F238E27FC236}">
                <a16:creationId xmlns:a16="http://schemas.microsoft.com/office/drawing/2014/main" id="{96604313-1486-4465-8CD4-0EA8C42B21CD}"/>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Compare the options.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Preserve the decision.</a:t>
            </a:r>
          </a:p>
        </p:txBody>
      </p:sp>
      <p:sp>
        <p:nvSpPr>
          <p:cNvPr id="6" name="story-documentary">
            <a:extLst xmlns:a="http://schemas.openxmlformats.org/drawingml/2006/main">
              <a:ext uri="{FF2B5EF4-FFF2-40B4-BE49-F238E27FC236}">
                <a16:creationId xmlns:a16="http://schemas.microsoft.com/office/drawing/2014/main" id="{3B8E7FCB-1EEC-4A92-9E76-836670E8F013}"/>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the tradeoff the traveler needs to make. Keep the relevant constraints visible as the options change.</a:t>
            </a:r>
          </a:p>
        </p:txBody>
      </p:sp>
      <p:sp>
        <p:nvSpPr>
          <p:cNvPr id="7" name="story-now">
            <a:extLst xmlns:a="http://schemas.openxmlformats.org/drawingml/2006/main">
              <a:ext uri="{FF2B5EF4-FFF2-40B4-BE49-F238E27FC236}">
                <a16:creationId xmlns:a16="http://schemas.microsoft.com/office/drawing/2014/main" id="{84DCD70A-40F6-432D-9013-FA526029020A}"/>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test: can a traveler explain the difference between options and recover their context after changing a search?</a:t>
            </a:r>
          </a:p>
        </p:txBody>
      </p:sp>
      <p:sp>
        <p:nvSpPr>
          <p:cNvPr id="8" name="story-slide-number">
            <a:extLst xmlns:a="http://schemas.openxmlformats.org/drawingml/2006/main">
              <a:ext uri="{FF2B5EF4-FFF2-40B4-BE49-F238E27FC236}">
                <a16:creationId xmlns:a16="http://schemas.microsoft.com/office/drawing/2014/main" id="{02073A2D-D511-47DC-889C-D53DA8C80B8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560887266"/>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37780EDB-D4E0-4AD5-B3F8-E395FC1A7C8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
        <p:nvSpPr>
          <p:cNvPr id="2" name="section-label">
            <a:extLst xmlns:a="http://schemas.openxmlformats.org/drawingml/2006/main">
              <a:ext uri="{FF2B5EF4-FFF2-40B4-BE49-F238E27FC236}">
                <a16:creationId xmlns:a16="http://schemas.microsoft.com/office/drawing/2014/main" id="{EF5FBF39-688A-4412-BB57-2F120010AE01}"/>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ENGINE · SENIOR PRODUCT DESIGNER, FLIGHTS</a:t>
            </a:r>
          </a:p>
        </p:txBody>
      </p:sp>
      <p:sp>
        <p:nvSpPr>
          <p:cNvPr id="3" name="headline">
            <a:extLst xmlns:a="http://schemas.openxmlformats.org/drawingml/2006/main">
              <a:ext uri="{FF2B5EF4-FFF2-40B4-BE49-F238E27FC236}">
                <a16:creationId xmlns:a16="http://schemas.microsoft.com/office/drawing/2014/main" id="{56F82109-FFEC-4298-8C79-B246147A785C}"/>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complex</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choices clearer</a:t>
            </a:r>
          </a:p>
        </p:txBody>
      </p:sp>
      <p:sp>
        <p:nvSpPr>
          <p:cNvPr id="4" name="contact-intent">
            <a:extLst xmlns:a="http://schemas.openxmlformats.org/drawingml/2006/main">
              <a:ext uri="{FF2B5EF4-FFF2-40B4-BE49-F238E27FC236}">
                <a16:creationId xmlns:a16="http://schemas.microsoft.com/office/drawing/2014/main" id="{82480005-F9F0-4FDA-AA53-5042D8F9E712}"/>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Engine’s Flights design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DB79027D-11D3-4828-9697-BE0766E6303E}"/>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4934933f314c41c3"/>
              </a:rPr>
              <a:t>JonathanKyleHobson@gmail.com</a:t>
            </a:r>
          </a:p>
        </p:txBody>
      </p:sp>
      <p:sp>
        <p:nvSpPr>
          <p:cNvPr id="6" name="public-profile">
            <a:extLst xmlns:a="http://schemas.openxmlformats.org/drawingml/2006/main">
              <a:ext uri="{FF2B5EF4-FFF2-40B4-BE49-F238E27FC236}">
                <a16:creationId xmlns:a16="http://schemas.microsoft.com/office/drawing/2014/main" id="{AC271F89-AC68-4CD4-A1BE-C8B2771CFB61}"/>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a240cbb26d094af6"/>
              </a:rPr>
              <a:t>jonathankhobson.github.io/application-portfolios/engine-product-designer</a:t>
            </a:r>
          </a:p>
        </p:txBody>
      </p:sp>
    </p:spTree>
    <p:extLst>
      <p:ext uri="{BB962C8B-B14F-4D97-AF65-F5344CB8AC3E}">
        <p14:creationId xmlns:p14="http://schemas.microsoft.com/office/powerpoint/2010/main" val="144579121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2026-09-08T17:48:38.0510000Z</dcterms:created>
  <dcterms:modified xsi:type="dcterms:W3CDTF">2026-09-08T17:48:38.0510000Z</dcterms:modified>
</coreProperties>
</file>