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5a66419adc4b7a" /><Relationship Type="http://schemas.openxmlformats.org/officeDocument/2006/relationships/extended-properties" Target="/docProps/app.xml" Id="R8e685cc1277840e2" /><Relationship Type="http://schemas.openxmlformats.org/officeDocument/2006/relationships/officeDocument" Target="/ppt/presentation.xml" Id="Rf0a5732218fd4571" /></Relationships>
</file>

<file path=ppt/presentation.xml><?xml version="1.0" encoding="utf-8"?>
<p:presentation xmlns:p="http://schemas.openxmlformats.org/presentationml/2006/main">
  <p:sldMasterIdLst>
    <p:sldMasterId xmlns:r="http://schemas.openxmlformats.org/officeDocument/2006/relationships" id="2147483648" r:id="R50dd985c0466484a"/>
  </p:sldMasterIdLst>
  <p:notesMasterIdLst>
    <p:notesMasterId xmlns:r="http://schemas.openxmlformats.org/officeDocument/2006/relationships" r:id="Rd35f9649cb0a4628"/>
  </p:notesMasterIdLst>
  <p:sldIdLst>
    <p:sldId xmlns:r="http://schemas.openxmlformats.org/officeDocument/2006/relationships" id="256" r:id="R7260c0973b544926"/>
    <p:sldId xmlns:r="http://schemas.openxmlformats.org/officeDocument/2006/relationships" id="257" r:id="R020017f7e43b40a3"/>
    <p:sldId xmlns:r="http://schemas.openxmlformats.org/officeDocument/2006/relationships" id="258" r:id="R50b0c286ae6d4838"/>
    <p:sldId xmlns:r="http://schemas.openxmlformats.org/officeDocument/2006/relationships" id="259" r:id="Rb97493a8eafd4aef"/>
    <p:sldId xmlns:r="http://schemas.openxmlformats.org/officeDocument/2006/relationships" id="260" r:id="R61feb14b0f574f1d"/>
    <p:sldId xmlns:r="http://schemas.openxmlformats.org/officeDocument/2006/relationships" id="261" r:id="R47d692c3b240422a"/>
    <p:sldId xmlns:r="http://schemas.openxmlformats.org/officeDocument/2006/relationships" id="262" r:id="Rea7d45c3198c40b8"/>
    <p:sldId xmlns:r="http://schemas.openxmlformats.org/officeDocument/2006/relationships" id="263" r:id="Rd84846cd02fe4ebe"/>
    <p:sldId xmlns:r="http://schemas.openxmlformats.org/officeDocument/2006/relationships" id="264" r:id="R7941c1166fa541b8"/>
    <p:sldId xmlns:r="http://schemas.openxmlformats.org/officeDocument/2006/relationships" id="265" r:id="Re71c9283533a4f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b7f677f900432e" /><Relationship Type="http://schemas.openxmlformats.org/officeDocument/2006/relationships/slideMaster" Target="/ppt/slideMasters/slideMaster1.xml" Id="R50dd985c0466484a" /><Relationship Type="http://schemas.openxmlformats.org/officeDocument/2006/relationships/notesMaster" Target="/ppt/notesMasters/notesMaster1.xml" Id="Rd35f9649cb0a4628" /><Relationship Type="http://schemas.openxmlformats.org/officeDocument/2006/relationships/presProps" Target="/ppt/presProps.xml" Id="R2750c63dc8054121" /><Relationship Type="http://schemas.openxmlformats.org/officeDocument/2006/relationships/tableStyles" Target="/ppt/tableStyles.xml" Id="Rdf90c652627f441e" /><Relationship Type="http://schemas.openxmlformats.org/officeDocument/2006/relationships/slide" Target="/ppt/slides/slide1.xml" Id="R7260c0973b544926" /><Relationship Type="http://schemas.openxmlformats.org/officeDocument/2006/relationships/slide" Target="/ppt/slides/slide2.xml" Id="R020017f7e43b40a3" /><Relationship Type="http://schemas.openxmlformats.org/officeDocument/2006/relationships/slide" Target="/ppt/slides/slide3.xml" Id="R50b0c286ae6d4838" /><Relationship Type="http://schemas.openxmlformats.org/officeDocument/2006/relationships/slide" Target="/ppt/slides/slide4.xml" Id="Rb97493a8eafd4aef" /><Relationship Type="http://schemas.openxmlformats.org/officeDocument/2006/relationships/slide" Target="/ppt/slides/slide5.xml" Id="R61feb14b0f574f1d" /><Relationship Type="http://schemas.openxmlformats.org/officeDocument/2006/relationships/slide" Target="/ppt/slides/slide6.xml" Id="R47d692c3b240422a" /><Relationship Type="http://schemas.openxmlformats.org/officeDocument/2006/relationships/slide" Target="/ppt/slides/slide7.xml" Id="Rea7d45c3198c40b8" /><Relationship Type="http://schemas.openxmlformats.org/officeDocument/2006/relationships/slide" Target="/ppt/slides/slide8.xml" Id="Rd84846cd02fe4ebe" /><Relationship Type="http://schemas.openxmlformats.org/officeDocument/2006/relationships/slide" Target="/ppt/slides/slide9.xml" Id="R7941c1166fa541b8" /><Relationship Type="http://schemas.openxmlformats.org/officeDocument/2006/relationships/slide" Target="/ppt/slides/slide10.xml" Id="Re71c9283533a4f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a1a25f84bc49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2cd32403e34962" /><Relationship Type="http://schemas.openxmlformats.org/officeDocument/2006/relationships/notesMaster" Target="/ppt/notesMasters/notesMaster1.xml" Id="R28eb0d32ca8340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d00211797f4b57" /><Relationship Type="http://schemas.openxmlformats.org/officeDocument/2006/relationships/notesMaster" Target="/ppt/notesMasters/notesMaster1.xml" Id="Rbc6a9df700f34e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060e72fdbf4ec9" /><Relationship Type="http://schemas.openxmlformats.org/officeDocument/2006/relationships/notesMaster" Target="/ppt/notesMasters/notesMaster1.xml" Id="R0f7b5cf9873d4a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dfedee35cb487d" /><Relationship Type="http://schemas.openxmlformats.org/officeDocument/2006/relationships/notesMaster" Target="/ppt/notesMasters/notesMaster1.xml" Id="Rdaa8ae594f7646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4fa7236f8042b8" /><Relationship Type="http://schemas.openxmlformats.org/officeDocument/2006/relationships/notesMaster" Target="/ppt/notesMasters/notesMaster1.xml" Id="R6efe63cff60a49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0614a67f3d448f" /><Relationship Type="http://schemas.openxmlformats.org/officeDocument/2006/relationships/notesMaster" Target="/ppt/notesMasters/notesMaster1.xml" Id="Rcdff3b71abba47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9f38df34ef4840" /><Relationship Type="http://schemas.openxmlformats.org/officeDocument/2006/relationships/notesMaster" Target="/ppt/notesMasters/notesMaster1.xml" Id="R9d4c04af14474c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c49c2924ee460d" /><Relationship Type="http://schemas.openxmlformats.org/officeDocument/2006/relationships/notesMaster" Target="/ppt/notesMasters/notesMaster1.xml" Id="R0aaadd2aa7484d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15bf429f52465d" /><Relationship Type="http://schemas.openxmlformats.org/officeDocument/2006/relationships/notesMaster" Target="/ppt/notesMasters/notesMaster1.xml" Id="Re2c36c8d348d4d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dd2c7e014646c2" /><Relationship Type="http://schemas.openxmlformats.org/officeDocument/2006/relationships/notesMaster" Target="/ppt/notesMasters/notesMaster1.xml" Id="Rd6bdc9cc3be448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Flint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Figma product design problem, grounded in Kyle’s Figma prototypes, documented interaction states and developer collaboration. This is not prior work for Figma or a measured product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e3eb0c03aa43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27eb1a697d42b9" /><Relationship Type="http://schemas.openxmlformats.org/officeDocument/2006/relationships/slideLayout" Target="/ppt/slideLayouts/slideLayout1.xml" Id="R9218895b681b4e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18895b681b4e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bbc9faa5304f94" /><Relationship Type="http://schemas.openxmlformats.org/officeDocument/2006/relationships/image" Target="/ppt/media/image.png" Id="Rd7b0291ac0074b12" /><Relationship Type="http://schemas.openxmlformats.org/officeDocument/2006/relationships/notesSlide" Target="/ppt/notesSlides/notesSlide1.xml" Id="R3878973c40f84c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77ff450c8a4375" /><Relationship Type="http://schemas.openxmlformats.org/officeDocument/2006/relationships/image" Target="/ppt/media/image2.png" Id="Rf1dcf12297a841a8" /><Relationship Type="http://schemas.openxmlformats.org/officeDocument/2006/relationships/notesSlide" Target="/ppt/notesSlides/notesSlide2.xml" Id="R0bfba9b04a764a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0759b97ae44f42" /><Relationship Type="http://schemas.openxmlformats.org/officeDocument/2006/relationships/image" Target="/ppt/media/image3.png" Id="R343c3fc401d9441c" /><Relationship Type="http://schemas.openxmlformats.org/officeDocument/2006/relationships/image" Target="/ppt/media/image4.png" Id="R547fc52930e14bad" /><Relationship Type="http://schemas.openxmlformats.org/officeDocument/2006/relationships/notesSlide" Target="/ppt/notesSlides/notesSlide3.xml" Id="Re8e57b9ecf5844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7221fbbdbd45b6" /><Relationship Type="http://schemas.openxmlformats.org/officeDocument/2006/relationships/image" Target="/ppt/media/image5.png" Id="R61c61affcbbf4531" /><Relationship Type="http://schemas.openxmlformats.org/officeDocument/2006/relationships/image" Target="/ppt/media/image6.png" Id="R866d19ef12084e0a" /><Relationship Type="http://schemas.openxmlformats.org/officeDocument/2006/relationships/notesSlide" Target="/ppt/notesSlides/notesSlide4.xml" Id="R5fff659ead5841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87bda11b1b4e30" /><Relationship Type="http://schemas.openxmlformats.org/officeDocument/2006/relationships/image" Target="/ppt/media/image7.png" Id="R147b00bf4fb2429a" /><Relationship Type="http://schemas.openxmlformats.org/officeDocument/2006/relationships/notesSlide" Target="/ppt/notesSlides/notesSlide5.xml" Id="R6a15349524894d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0fe9031e974b55" /><Relationship Type="http://schemas.openxmlformats.org/officeDocument/2006/relationships/image" Target="/ppt/media/image8.png" Id="R7e389c1a59bb44b3" /><Relationship Type="http://schemas.openxmlformats.org/officeDocument/2006/relationships/notesSlide" Target="/ppt/notesSlides/notesSlide6.xml" Id="R75aff2b015a640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2b4508700d49cb" /><Relationship Type="http://schemas.openxmlformats.org/officeDocument/2006/relationships/image" Target="/ppt/media/image9.png" Id="R9a3934c7af124ed6" /><Relationship Type="http://schemas.openxmlformats.org/officeDocument/2006/relationships/notesSlide" Target="/ppt/notesSlides/notesSlide7.xml" Id="Re734fa87f1e94d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ceb17c5d994bc4" /><Relationship Type="http://schemas.openxmlformats.org/officeDocument/2006/relationships/image" Target="/ppt/media/image10.png" Id="Rb5b4c5922ac64200" /><Relationship Type="http://schemas.openxmlformats.org/officeDocument/2006/relationships/image" Target="/ppt/media/image11.png" Id="Re52a5c0e932740fb" /><Relationship Type="http://schemas.openxmlformats.org/officeDocument/2006/relationships/image" Target="/ppt/media/image12.png" Id="R99959c4da19f443f" /><Relationship Type="http://schemas.openxmlformats.org/officeDocument/2006/relationships/notesSlide" Target="/ppt/notesSlides/notesSlide8.xml" Id="Rc7f4adf96a5045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5cc6b3854448a3" /><Relationship Type="http://schemas.openxmlformats.org/officeDocument/2006/relationships/image" Target="/ppt/media/image.jpeg" Id="R2dab6eacf6d44056" /><Relationship Type="http://schemas.openxmlformats.org/officeDocument/2006/relationships/notesSlide" Target="/ppt/notesSlides/notesSlide9.xml" Id="Rb1fccd7626ec46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cd58f204fc4e89" /><Relationship Type="http://schemas.openxmlformats.org/officeDocument/2006/relationships/hyperlink" Target="mailto:JonathanKyleHobson@gmail.com" TargetMode="External" Id="Rdbe49cb745094e22" /><Relationship Type="http://schemas.openxmlformats.org/officeDocument/2006/relationships/hyperlink" Target="https://jonathankhobson.github.io/application-portfolios/figma-product-designer/" TargetMode="External" Id="R3024d5e2ba614a12" /><Relationship Type="http://schemas.openxmlformats.org/officeDocument/2006/relationships/notesSlide" Target="/ppt/notesSlides/notesSlide10.xml" Id="R761948a26c164ae2"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E43BB05C-9366-47FB-8F62-B7B9A76B2A6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08013800-FAB0-479E-BFEC-EE0539C8D56A}"/>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FIGMA PRODUCT DESIGNER APPLICATION</a:t>
            </a:r>
          </a:p>
        </p:txBody>
      </p:sp>
      <p:sp>
        <p:nvSpPr>
          <p:cNvPr id="3" name="headline">
            <a:extLst xmlns:a="http://schemas.openxmlformats.org/drawingml/2006/main">
              <a:ext uri="{FF2B5EF4-FFF2-40B4-BE49-F238E27FC236}">
                <a16:creationId xmlns:a16="http://schemas.microsoft.com/office/drawing/2014/main" id="{DF7A5CC2-4B0F-4225-9D0F-97247C80CA64}"/>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Design tools people</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can reason with.</a:t>
            </a:r>
          </a:p>
        </p:txBody>
      </p:sp>
      <p:sp>
        <p:nvSpPr>
          <p:cNvPr id="4" name="cover-intro">
            <a:extLst xmlns:a="http://schemas.openxmlformats.org/drawingml/2006/main">
              <a:ext uri="{FF2B5EF4-FFF2-40B4-BE49-F238E27FC236}">
                <a16:creationId xmlns:a16="http://schemas.microsoft.com/office/drawing/2014/main" id="{F03AD1D5-5768-4B23-9459-A79685579C38}"/>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Interaction states, reusable patterns,</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decisions a team can examine.</a:t>
            </a:r>
          </a:p>
        </p:txBody>
      </p:sp>
      <p:sp>
        <p:nvSpPr>
          <p:cNvPr id="5" name="cover-accent">
            <a:extLst xmlns:a="http://schemas.openxmlformats.org/drawingml/2006/main">
              <a:ext uri="{FF2B5EF4-FFF2-40B4-BE49-F238E27FC236}">
                <a16:creationId xmlns:a16="http://schemas.microsoft.com/office/drawing/2014/main" id="{53473422-9AB5-4361-B907-BF517B703CB3}"/>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A6EEF335-BE0E-49A5-98B4-A98CF31F48D9}"/>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Figma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b0291ac0074b12"/>
          <a:stretch xmlns:a="http://schemas.openxmlformats.org/drawingml/2006/main"/>
        </p:blipFill>
        <p:spPr>
          <a:xfrm xmlns:a="http://schemas.openxmlformats.org/drawingml/2006/main">
            <a:off x="8859637" y="533400"/>
            <a:ext cx="2578502" cy="5524500"/>
          </a:xfrm>
          <a:prstGeom xmlns:a="http://schemas.openxmlformats.org/drawingml/2006/main" prst="rect">
            <a:avLst/>
          </a:prstGeom>
        </p:spPr>
      </p:pic>
    </p:spTree>
    <p:extLst>
      <p:ext uri="{BB962C8B-B14F-4D97-AF65-F5344CB8AC3E}">
        <p14:creationId xmlns:p14="http://schemas.microsoft.com/office/powerpoint/2010/main" val="74715495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6256CDB8-8B65-4A4E-A8AB-5FB858C5FE1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B2837E5A-B1B0-44CD-BBB4-9ADBD876077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74EAEFD4-B176-4067-9046-2B4A336FD4B5}"/>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9B448F80-9763-4EE0-A2F2-CE8DAFAFAADB}"/>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3388323E-82EA-4BA9-8E80-0EBD93CAB9A9}"/>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AEFB2D9B-F9C7-467E-8D99-343BDC66FD26}"/>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9DD392AC-15F3-4A32-9A92-7322611AA2F6}"/>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6CBAE7DD-8DB9-4874-BB9C-7A424B7D186C}"/>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1dcf12297a841a8"/>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106406647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8A2AA499-52BE-4FB4-81B1-F0613A98A6C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E0DE46FA-C0F8-4257-B640-EB800071357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674EF827-2C5B-4013-B80C-C7880E1E1C4C}"/>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856ABBF9-3736-4A56-B222-69DD1B10945D}"/>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B3E03453-6EBC-4616-AFBA-6007B7ED4C02}"/>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3c3fc401d9441c"/>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0EB21147-472A-4B5E-B2F8-8E38CFE45786}"/>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7fc52930e14bad"/>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907442251"/>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8BAA0D06-C6F8-4FDF-BBD7-8A196D856B9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D170493F-6E99-4714-A415-1591B16F3F2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4A6E8F3F-3C7D-4F84-8142-D1C3AC1001C1}"/>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D07E2CF7-2ABC-4FFE-A0D2-77ED1A02B4A1}"/>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BBF9321E-7575-4523-AF12-4434A3F0D7E5}"/>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E4D760ED-9D01-41DF-B417-41A8EE34A6D1}"/>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31148B20-D985-4143-8CD2-41718EEEC6FB}"/>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1c61affcbbf4531"/>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66d19ef12084e0a"/>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69534383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7720309B-E18A-491F-B623-D442886027B8}"/>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2F9B0014-5973-45D8-BA30-2051883FACA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A9D3448F-E984-4D3F-83FC-8F7CC470A0BC}"/>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1F33E3FF-DC5E-43D3-9B65-7788D64596CD}"/>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443D7F63-7903-4C29-B4CB-A4668696CCEE}"/>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9058D1F1-CA7D-44D7-89C2-D585F22C6BFD}"/>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47b00bf4fb2429a"/>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861532096"/>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B5C3D1B-D28B-448F-93A3-ABE7296B252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D86B9D73-CB6D-4501-82FD-F6CE4383704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E535E7CA-1CFB-4FB8-BC4B-B1AD2C54C9A8}"/>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63A4418D-8321-42F7-98B5-6BEA5E288E33}"/>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92227724-A5F5-4246-8B37-4A228A4107C7}"/>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e389c1a59bb44b3"/>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5DDD3B57-AE4A-4E25-88F8-2D44D7B45BB3}"/>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469394178"/>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65F4352B-76B7-4FAC-8449-69A7786DCFE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019102B5-D71C-47B5-888B-DFB7F0601B6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8461129F-095A-493D-B6C8-57099179D631}"/>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FD0FB065-48CF-4AD8-BEE9-C17600EF0017}"/>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2DEB1089-EE88-478A-AC79-23D464EF3330}"/>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814DD272-E504-488E-BA22-80C02382AC95}"/>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a3934c7af124ed6"/>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4743546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82211911-1DE0-40E6-B2E9-D0F10F656D77}"/>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14E174DA-C71D-41DE-B848-2436F1F2984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F819FF4D-6BEA-4885-AFA4-260DA092A70D}"/>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D1711095-8101-4B35-AE90-8C51B43B8AF8}"/>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B06BEDC4-647E-44D7-AEB7-EA974119DAB5}"/>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F8AD05D5-C085-43A7-A1BC-A5A11ED61A7C}"/>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79D356DD-EDC9-48C1-9F64-3242669C5708}"/>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5b4c5922ac64200"/>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52a5c0e932740fb"/>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AA7AF780-2EB5-4D73-9967-A82EF36BDB43}"/>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9959c4da19f443f"/>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BCBA3BE3-9130-4DAC-A44B-2E9F6901E610}"/>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58629143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B12D60E0-0B2F-4151-AA9B-526B8AA1DA1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tory-image-surface">
            <a:extLst xmlns:a="http://schemas.openxmlformats.org/drawingml/2006/main">
              <a:ext uri="{FF2B5EF4-FFF2-40B4-BE49-F238E27FC236}">
                <a16:creationId xmlns:a16="http://schemas.microsoft.com/office/drawing/2014/main" id="{0E6AFEC0-B95A-4AE4-9DC3-9294444AFF90}"/>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ab6eacf6d44056"/>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D590FCC4-68AF-4A64-B47A-A151AE7E79A4}"/>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HOW I WOULD APPROACH A FIGMA DESIGN PROBLEM</a:t>
            </a:r>
          </a:p>
        </p:txBody>
      </p:sp>
      <p:sp>
        <p:nvSpPr>
          <p:cNvPr id="5" name="headline">
            <a:extLst xmlns:a="http://schemas.openxmlformats.org/drawingml/2006/main">
              <a:ext uri="{FF2B5EF4-FFF2-40B4-BE49-F238E27FC236}">
                <a16:creationId xmlns:a16="http://schemas.microsoft.com/office/drawing/2014/main" id="{9E5A7DA4-E19F-42FF-8334-B6EDBB1C7587}"/>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Prototype the</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uncertain behavior.</a:t>
            </a:r>
          </a:p>
        </p:txBody>
      </p:sp>
      <p:sp>
        <p:nvSpPr>
          <p:cNvPr id="6" name="story-documentary">
            <a:extLst xmlns:a="http://schemas.openxmlformats.org/drawingml/2006/main">
              <a:ext uri="{FF2B5EF4-FFF2-40B4-BE49-F238E27FC236}">
                <a16:creationId xmlns:a16="http://schemas.microsoft.com/office/drawing/2014/main" id="{50292E66-17F5-4FCD-9540-84ECE478188B}"/>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the decision a creator needs to make. Prototype the ambiguous state and the next action.</a:t>
            </a:r>
          </a:p>
        </p:txBody>
      </p:sp>
      <p:sp>
        <p:nvSpPr>
          <p:cNvPr id="7" name="story-now">
            <a:extLst xmlns:a="http://schemas.openxmlformats.org/drawingml/2006/main">
              <a:ext uri="{FF2B5EF4-FFF2-40B4-BE49-F238E27FC236}">
                <a16:creationId xmlns:a16="http://schemas.microsoft.com/office/drawing/2014/main" id="{556844A7-8EC2-4CE9-816F-FB8E104C8780}"/>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approach: review the behavior with engineers and researchers, compare alternatives, and test what people understand.</a:t>
            </a:r>
          </a:p>
        </p:txBody>
      </p:sp>
      <p:sp>
        <p:nvSpPr>
          <p:cNvPr id="8" name="story-slide-number">
            <a:extLst xmlns:a="http://schemas.openxmlformats.org/drawingml/2006/main">
              <a:ext uri="{FF2B5EF4-FFF2-40B4-BE49-F238E27FC236}">
                <a16:creationId xmlns:a16="http://schemas.microsoft.com/office/drawing/2014/main" id="{3FD84984-09AD-4454-AC51-11776CD1A53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764068890"/>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0C7A097B-8410-4179-ACD9-162FF716F35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15EDE79D-A9F3-4F68-B14A-F2B6B732F9ED}"/>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FIGMA PRODUCT DESIGNER APPLICATION</a:t>
            </a:r>
          </a:p>
        </p:txBody>
      </p:sp>
      <p:sp>
        <p:nvSpPr>
          <p:cNvPr id="3" name="headline">
            <a:extLst xmlns:a="http://schemas.openxmlformats.org/drawingml/2006/main">
              <a:ext uri="{FF2B5EF4-FFF2-40B4-BE49-F238E27FC236}">
                <a16:creationId xmlns:a16="http://schemas.microsoft.com/office/drawing/2014/main" id="{8E1058A6-3A02-4853-8936-AAF950FE01F7}"/>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complex tools</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easier to use</a:t>
            </a:r>
          </a:p>
        </p:txBody>
      </p:sp>
      <p:sp>
        <p:nvSpPr>
          <p:cNvPr id="4" name="contact-intent">
            <a:extLst xmlns:a="http://schemas.openxmlformats.org/drawingml/2006/main">
              <a:ext uri="{FF2B5EF4-FFF2-40B4-BE49-F238E27FC236}">
                <a16:creationId xmlns:a16="http://schemas.microsoft.com/office/drawing/2014/main" id="{2FAC5C5A-FA6B-4DDE-B2D5-1317B4285443}"/>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Figma’s Product Designer role, Design, Dev &amp; AI Tools.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C7F0029B-30D0-4F61-98DA-881CF2560ED7}"/>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dbe49cb745094e22"/>
              </a:rPr>
              <a:t>JonathanKyleHobson@gmail.com</a:t>
            </a:r>
          </a:p>
        </p:txBody>
      </p:sp>
      <p:sp>
        <p:nvSpPr>
          <p:cNvPr id="6" name="public-profile">
            <a:extLst xmlns:a="http://schemas.openxmlformats.org/drawingml/2006/main">
              <a:ext uri="{FF2B5EF4-FFF2-40B4-BE49-F238E27FC236}">
                <a16:creationId xmlns:a16="http://schemas.microsoft.com/office/drawing/2014/main" id="{FC95CEAE-30C7-4468-B74E-1E90E85642F4}"/>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3024d5e2ba614a12"/>
              </a:rPr>
              <a:t>jonathankhobson.github.io/application-portfolios/figma-product-designer</a:t>
            </a:r>
          </a:p>
        </p:txBody>
      </p:sp>
    </p:spTree>
    <p:extLst>
      <p:ext uri="{BB962C8B-B14F-4D97-AF65-F5344CB8AC3E}">
        <p14:creationId xmlns:p14="http://schemas.microsoft.com/office/powerpoint/2010/main" val="1492115630"/>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2026-09-08T16:57:47.4620000Z</dcterms:created>
  <dcterms:modified xsi:type="dcterms:W3CDTF">2026-09-08T16:57:47.4630000Z</dcterms:modified>
</coreProperties>
</file>