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408ace3e084f70" /><Relationship Type="http://schemas.openxmlformats.org/officeDocument/2006/relationships/extended-properties" Target="/docProps/app.xml" Id="R08c7fd97d3454943" /><Relationship Type="http://schemas.openxmlformats.org/officeDocument/2006/relationships/officeDocument" Target="/ppt/presentation.xml" Id="Raa4191461cc6406b" /></Relationships>
</file>

<file path=ppt/presentation.xml><?xml version="1.0" encoding="utf-8"?>
<p:presentation xmlns:p="http://schemas.openxmlformats.org/presentationml/2006/main">
  <p:sldMasterIdLst>
    <p:sldMasterId xmlns:r="http://schemas.openxmlformats.org/officeDocument/2006/relationships" id="2147483648" r:id="R025be75627554d12"/>
  </p:sldMasterIdLst>
  <p:notesMasterIdLst>
    <p:notesMasterId xmlns:r="http://schemas.openxmlformats.org/officeDocument/2006/relationships" r:id="R01edfe40a4db42fe"/>
  </p:notesMasterIdLst>
  <p:sldIdLst>
    <p:sldId xmlns:r="http://schemas.openxmlformats.org/officeDocument/2006/relationships" id="256" r:id="R0eeb055a6eb74e7f"/>
    <p:sldId xmlns:r="http://schemas.openxmlformats.org/officeDocument/2006/relationships" id="257" r:id="R021b45bc280d4dcb"/>
    <p:sldId xmlns:r="http://schemas.openxmlformats.org/officeDocument/2006/relationships" id="258" r:id="R550e28edb71a4d83"/>
    <p:sldId xmlns:r="http://schemas.openxmlformats.org/officeDocument/2006/relationships" id="259" r:id="R1dc87d49486b471f"/>
    <p:sldId xmlns:r="http://schemas.openxmlformats.org/officeDocument/2006/relationships" id="260" r:id="Rd8dfcc10ce25469a"/>
    <p:sldId xmlns:r="http://schemas.openxmlformats.org/officeDocument/2006/relationships" id="261" r:id="R72b81884daf44f0a"/>
    <p:sldId xmlns:r="http://schemas.openxmlformats.org/officeDocument/2006/relationships" id="262" r:id="R7ae11fa3e971413f"/>
    <p:sldId xmlns:r="http://schemas.openxmlformats.org/officeDocument/2006/relationships" id="263" r:id="R1862f5f3d4864231"/>
    <p:sldId xmlns:r="http://schemas.openxmlformats.org/officeDocument/2006/relationships" id="264" r:id="Rbcf9761a3bbe4f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015c81dbda4a74" /><Relationship Type="http://schemas.openxmlformats.org/officeDocument/2006/relationships/slideMaster" Target="/ppt/slideMasters/slideMaster1.xml" Id="R025be75627554d12" /><Relationship Type="http://schemas.openxmlformats.org/officeDocument/2006/relationships/notesMaster" Target="/ppt/notesMasters/notesMaster1.xml" Id="R01edfe40a4db42fe" /><Relationship Type="http://schemas.openxmlformats.org/officeDocument/2006/relationships/presProps" Target="/ppt/presProps.xml" Id="Rf63fab8971304335" /><Relationship Type="http://schemas.openxmlformats.org/officeDocument/2006/relationships/tableStyles" Target="/ppt/tableStyles.xml" Id="Rc52f34fb913c4c3d" /><Relationship Type="http://schemas.openxmlformats.org/officeDocument/2006/relationships/slide" Target="/ppt/slides/slide1.xml" Id="R0eeb055a6eb74e7f" /><Relationship Type="http://schemas.openxmlformats.org/officeDocument/2006/relationships/slide" Target="/ppt/slides/slide2.xml" Id="R021b45bc280d4dcb" /><Relationship Type="http://schemas.openxmlformats.org/officeDocument/2006/relationships/slide" Target="/ppt/slides/slide3.xml" Id="R550e28edb71a4d83" /><Relationship Type="http://schemas.openxmlformats.org/officeDocument/2006/relationships/slide" Target="/ppt/slides/slide4.xml" Id="R1dc87d49486b471f" /><Relationship Type="http://schemas.openxmlformats.org/officeDocument/2006/relationships/slide" Target="/ppt/slides/slide5.xml" Id="Rd8dfcc10ce25469a" /><Relationship Type="http://schemas.openxmlformats.org/officeDocument/2006/relationships/slide" Target="/ppt/slides/slide6.xml" Id="R72b81884daf44f0a" /><Relationship Type="http://schemas.openxmlformats.org/officeDocument/2006/relationships/slide" Target="/ppt/slides/slide7.xml" Id="R7ae11fa3e971413f" /><Relationship Type="http://schemas.openxmlformats.org/officeDocument/2006/relationships/slide" Target="/ppt/slides/slide8.xml" Id="R1862f5f3d4864231" /><Relationship Type="http://schemas.openxmlformats.org/officeDocument/2006/relationships/slide" Target="/ppt/slides/slide9.xml" Id="Rbcf9761a3bbe4f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b03cc8b19546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815f1f52e64b0e" /><Relationship Type="http://schemas.openxmlformats.org/officeDocument/2006/relationships/notesMaster" Target="/ppt/notesMasters/notesMaster1.xml" Id="Radf48e4a9f6f45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554ce472924978" /><Relationship Type="http://schemas.openxmlformats.org/officeDocument/2006/relationships/notesMaster" Target="/ppt/notesMasters/notesMaster1.xml" Id="Raf4634f4cd514d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06667cc83d4ccc" /><Relationship Type="http://schemas.openxmlformats.org/officeDocument/2006/relationships/notesMaster" Target="/ppt/notesMasters/notesMaster1.xml" Id="R423f3b57177e4a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5d302bceb44dc1" /><Relationship Type="http://schemas.openxmlformats.org/officeDocument/2006/relationships/notesMaster" Target="/ppt/notesMasters/notesMaster1.xml" Id="R3d40e63e9bfb43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57e28d17514c2d" /><Relationship Type="http://schemas.openxmlformats.org/officeDocument/2006/relationships/notesMaster" Target="/ppt/notesMasters/notesMaster1.xml" Id="Ra869abdc91af41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b81a62b9cc461a" /><Relationship Type="http://schemas.openxmlformats.org/officeDocument/2006/relationships/notesMaster" Target="/ppt/notesMasters/notesMaster1.xml" Id="R1bbb7c25f1c047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bd80089cb14862" /><Relationship Type="http://schemas.openxmlformats.org/officeDocument/2006/relationships/notesMaster" Target="/ppt/notesMasters/notesMaster1.xml" Id="R3825be7133a240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77edde2cf1463e" /><Relationship Type="http://schemas.openxmlformats.org/officeDocument/2006/relationships/notesMaster" Target="/ppt/notesMasters/notesMaster1.xml" Id="R16c0c011802441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7640c4443744c5" /><Relationship Type="http://schemas.openxmlformats.org/officeDocument/2006/relationships/notesMaster" Target="/ppt/notesMasters/notesMaster1.xml" Id="Rd0fbab8610ae40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Blackbaud AI Adoption Specialist R0014520, Remote Anywhere USA. This is an internal employee-enablement role in the Enterprise Technology Group. Job source: https://blackbaud.wd1.myworkdayjobs.com/en-US/ExternalCareers/job/AI-Adoption-Specialist_R0014520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showing product-design evidence with adjacent application to learning materials.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Relevant to AI adoption guidance: a rewritten instruction still needs to preserve conditions and review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adoption pilot for the internal employee enablement role. Establish a baseline, task-level success criteria and evidence of repeat use with the product owner; numbers are not invented. Primary source: https://blackbaud.wd1.myworkdayjobs.com/en-US/ExternalCareers/job/AI-Adoption-Specialist_R0014520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Blackbaud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a7e351d6db41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9911aafcd2425a" /><Relationship Type="http://schemas.openxmlformats.org/officeDocument/2006/relationships/slideLayout" Target="/ppt/slideLayouts/slideLayout1.xml" Id="Rb0e6a30fd90844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e6a30fd90844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5a2f38c37f4fd9" /><Relationship Type="http://schemas.openxmlformats.org/officeDocument/2006/relationships/image" Target="/ppt/media/image.png" Id="Rc378e92238894ffd" /><Relationship Type="http://schemas.openxmlformats.org/officeDocument/2006/relationships/notesSlide" Target="/ppt/notesSlides/notesSlide1.xml" Id="R75f3ae42a62f41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6634a92f01491f" /><Relationship Type="http://schemas.openxmlformats.org/officeDocument/2006/relationships/image" Target="/ppt/media/image.jpeg" Id="Ra8f602bf75da4a8b" /><Relationship Type="http://schemas.openxmlformats.org/officeDocument/2006/relationships/notesSlide" Target="/ppt/notesSlides/notesSlide2.xml" Id="Rfc7f5be399344f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3635a426374517" /><Relationship Type="http://schemas.openxmlformats.org/officeDocument/2006/relationships/image" Target="/ppt/media/image2.png" Id="R07b906919ab14dfe" /><Relationship Type="http://schemas.openxmlformats.org/officeDocument/2006/relationships/notesSlide" Target="/ppt/notesSlides/notesSlide3.xml" Id="R7b49206772e2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189012ce39467d" /><Relationship Type="http://schemas.openxmlformats.org/officeDocument/2006/relationships/image" Target="/ppt/media/image3.png" Id="Reab23773c5d24ccb" /><Relationship Type="http://schemas.openxmlformats.org/officeDocument/2006/relationships/notesSlide" Target="/ppt/notesSlides/notesSlide4.xml" Id="Rf2a3fcff261549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4c900f7aed4a8f" /><Relationship Type="http://schemas.openxmlformats.org/officeDocument/2006/relationships/image" Target="/ppt/media/image4.png" Id="R7a33cb174f3e4cd4" /><Relationship Type="http://schemas.openxmlformats.org/officeDocument/2006/relationships/image" Target="/ppt/media/image5.png" Id="Rbb2012ffe37a4786" /><Relationship Type="http://schemas.openxmlformats.org/officeDocument/2006/relationships/notesSlide" Target="/ppt/notesSlides/notesSlide5.xml" Id="Rdaa930977f7c42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5920ac2b504ea6" /><Relationship Type="http://schemas.openxmlformats.org/officeDocument/2006/relationships/notesSlide" Target="/ppt/notesSlides/notesSlide6.xml" Id="Rf13e1083abf54d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5df0914f134494" /><Relationship Type="http://schemas.openxmlformats.org/officeDocument/2006/relationships/image" Target="/ppt/media/image6.png" Id="R208ff316d55a4e33" /><Relationship Type="http://schemas.openxmlformats.org/officeDocument/2006/relationships/notesSlide" Target="/ppt/notesSlides/notesSlide7.xml" Id="R4e044151b1a24b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22db9234604cae" /><Relationship Type="http://schemas.openxmlformats.org/officeDocument/2006/relationships/notesSlide" Target="/ppt/notesSlides/notesSlide8.xml" Id="Ra40fd9befb6c4c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19e1cd03b944ee3" /><Relationship Type="http://schemas.openxmlformats.org/officeDocument/2006/relationships/hyperlink" Target="mailto:JonathanKyleHobson@gmail.com" TargetMode="External" Id="R3b91a66bd62e4465" /><Relationship Type="http://schemas.openxmlformats.org/officeDocument/2006/relationships/hyperlink" Target="https://jonathankhobson.github.io/application-portfolios/blackbaud-ai-adoption/" TargetMode="External" Id="R6272e87cb68c4681" /><Relationship Type="http://schemas.openxmlformats.org/officeDocument/2006/relationships/notesSlide" Target="/ppt/notesSlides/notesSlide9.xml" Id="Raf6e40136b9d4cd2"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378e92238894ffd"/>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A56238E6-80FE-43CA-B9EF-8B0717780FA5}"/>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BLACKBAUD</a:t>
            </a:r>
          </a:p>
        </p:txBody>
      </p:sp>
      <p:sp>
        <p:nvSpPr>
          <p:cNvPr id="3" name="headline">
            <a:extLst xmlns:a="http://schemas.openxmlformats.org/drawingml/2006/main">
              <a:ext uri="{FF2B5EF4-FFF2-40B4-BE49-F238E27FC236}">
                <a16:creationId xmlns:a16="http://schemas.microsoft.com/office/drawing/2014/main" id="{58434B9A-D393-4E85-8901-A97173431565}"/>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Help people use AI</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with judgment</a:t>
            </a:r>
          </a:p>
        </p:txBody>
      </p:sp>
      <p:sp>
        <p:nvSpPr>
          <p:cNvPr id="4" name="cover-intro">
            <a:extLst xmlns:a="http://schemas.openxmlformats.org/drawingml/2006/main">
              <a:ext uri="{FF2B5EF4-FFF2-40B4-BE49-F238E27FC236}">
                <a16:creationId xmlns:a16="http://schemas.microsoft.com/office/drawing/2014/main" id="{4803D876-6B1B-48FD-AAD6-A55296DB4C2B}"/>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Practical teaching, workflow guidance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careful review of AI output</a:t>
            </a:r>
          </a:p>
        </p:txBody>
      </p:sp>
      <p:sp>
        <p:nvSpPr>
          <p:cNvPr id="5" name="cover-role">
            <a:extLst xmlns:a="http://schemas.openxmlformats.org/drawingml/2006/main">
              <a:ext uri="{FF2B5EF4-FFF2-40B4-BE49-F238E27FC236}">
                <a16:creationId xmlns:a16="http://schemas.microsoft.com/office/drawing/2014/main" id="{BBC0A50A-A66A-43AD-A84F-15ADAFEF6009}"/>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AI Adoption Specialist · R0014520 · Remote, United States</a:t>
            </a:r>
          </a:p>
        </p:txBody>
      </p:sp>
      <p:sp>
        <p:nvSpPr>
          <p:cNvPr id="6" name="slide-number">
            <a:extLst xmlns:a="http://schemas.openxmlformats.org/drawingml/2006/main">
              <a:ext uri="{FF2B5EF4-FFF2-40B4-BE49-F238E27FC236}">
                <a16:creationId xmlns:a16="http://schemas.microsoft.com/office/drawing/2014/main" id="{A1C1BD3B-32D6-4789-AFE6-E06C6D56F08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428776778"/>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7ED9115-C95F-4790-B798-9C687AE837D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E1BE79D5-1393-4A49-ADE6-F61E7C6AE351}"/>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Understand the task</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before introducing change</a:t>
            </a:r>
          </a:p>
        </p:txBody>
      </p:sp>
      <p:sp>
        <p:nvSpPr>
          <p:cNvPr id="3" name="asu-direct">
            <a:extLst xmlns:a="http://schemas.openxmlformats.org/drawingml/2006/main">
              <a:ext uri="{FF2B5EF4-FFF2-40B4-BE49-F238E27FC236}">
                <a16:creationId xmlns:a16="http://schemas.microsoft.com/office/drawing/2014/main" id="{F98287BA-1353-4C78-BBBD-DAEA7A4EBFB0}"/>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A48E160C-784B-4A7A-8F0F-715F0FC3DAA3}"/>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8f602bf75da4a8b"/>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1F9B8BB5-8C0B-4768-8F3B-A59E8AAD1F3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578574552"/>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B216EB4-98FE-446F-B229-EDC649567F2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F5B1D5DF-27F7-4B33-8101-921EFDD2A8BD}"/>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practice sequence people can follow</a:t>
            </a:r>
          </a:p>
        </p:txBody>
      </p:sp>
      <p:sp>
        <p:nvSpPr>
          <p:cNvPr id="3" name="course-title">
            <a:extLst xmlns:a="http://schemas.openxmlformats.org/drawingml/2006/main">
              <a:ext uri="{FF2B5EF4-FFF2-40B4-BE49-F238E27FC236}">
                <a16:creationId xmlns:a16="http://schemas.microsoft.com/office/drawing/2014/main" id="{23DA3ABA-9CEA-4DDB-B413-795C4A66EF2A}"/>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7b906919ab14dfe"/>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2C6F149C-47C8-4939-9C1B-C3670BE2101E}"/>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386C4D13-F2C6-4E65-BB7A-E50DA1A6B24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135813863"/>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6CED133B-66A8-40D0-8CFB-DA7AC0F0457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BB4CD6B9-0585-46A3-B081-759F2D87B764}"/>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the change visible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in a lesson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ab23773c5d24ccb"/>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0FE771B6-7BCA-4A5C-AB15-A9423ABE1777}"/>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322CEDDB-AADD-485E-8DDC-81B00519E55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700167953"/>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9A1D785-E6C3-42EB-B14B-0663A7876FA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28ED35AC-8655-4982-9A8F-6B583A8C17F7}"/>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41415911-6493-4D9D-B460-EC6D8674597A}"/>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E521FDF1-31C3-4981-8F60-0D1AAE91954C}"/>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For AI adoption: explain what happened and what the person can do next.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a33cb174f3e4cd4"/>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b2012ffe37a4786"/>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2F5E9EAF-4451-4271-A8E4-73C2EA9229F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56126491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6CF6488B-95C9-47E4-A0A5-72F8E773EE6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6A365B6F-B59B-41C0-BF70-D9AC79560FDD}"/>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rewrite must preserve the requirement</a:t>
            </a:r>
          </a:p>
        </p:txBody>
      </p:sp>
      <p:sp>
        <p:nvSpPr>
          <p:cNvPr id="3" name="before-label">
            <a:extLst xmlns:a="http://schemas.openxmlformats.org/drawingml/2006/main">
              <a:ext uri="{FF2B5EF4-FFF2-40B4-BE49-F238E27FC236}">
                <a16:creationId xmlns:a16="http://schemas.microsoft.com/office/drawing/2014/main" id="{483878B6-DA60-4F22-A4CA-580793AC8F02}"/>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A47987CD-395D-46ED-9665-F0E6EAFC3DE0}"/>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C78A6CA6-485C-4D43-A91D-1FB3287DDA8A}"/>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D8B9EF2E-FC07-47EB-AA98-CE472940F27C}"/>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3FC5A592-BA8E-4E91-8114-F25F55FCF2C4}"/>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B1B78D64-1BDD-4182-96CB-A0709E551CC0}"/>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C0547C82-0ACA-4B11-98DA-35C2451F44F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6301417"/>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FEF42E0-5862-46D6-9B03-E86C8D3CE1C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3E303340-E6F7-4127-88CB-CE2DC0ED07C6}"/>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in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workflow</a:t>
            </a:r>
          </a:p>
        </p:txBody>
      </p:sp>
      <p:sp>
        <p:nvSpPr>
          <p:cNvPr id="3" name="asu-purpose">
            <a:extLst xmlns:a="http://schemas.openxmlformats.org/drawingml/2006/main">
              <a:ext uri="{FF2B5EF4-FFF2-40B4-BE49-F238E27FC236}">
                <a16:creationId xmlns:a16="http://schemas.microsoft.com/office/drawing/2014/main" id="{06B00DF8-3443-48DD-B342-62B66B60021D}"/>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08ff316d55a4e33"/>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75F39375-AE09-48D6-9E9C-471BB75B2BE9}"/>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832020B1-6FED-4CEA-802E-A2C644C1BF0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828097752"/>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0AE3993-5933-4C23-99D6-DAFF6124F5A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BLACKBAUD   /   PROPOSED FIRST CONTRIBUTION</a:t>
            </a:r>
          </a:p>
        </p:txBody>
      </p:sp>
      <p:sp>
        <p:nvSpPr>
          <p:cNvPr id="2" name="headline">
            <a:extLst xmlns:a="http://schemas.openxmlformats.org/drawingml/2006/main">
              <a:ext uri="{FF2B5EF4-FFF2-40B4-BE49-F238E27FC236}">
                <a16:creationId xmlns:a16="http://schemas.microsoft.com/office/drawing/2014/main" id="{A9631BF7-C257-4E83-B9EF-6C630A5E776D}"/>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One team. One task.</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Observable progress.</a:t>
            </a:r>
          </a:p>
        </p:txBody>
      </p:sp>
      <p:sp>
        <p:nvSpPr>
          <p:cNvPr id="3" name="proposal-intro">
            <a:extLst xmlns:a="http://schemas.openxmlformats.org/drawingml/2006/main">
              <a:ext uri="{FF2B5EF4-FFF2-40B4-BE49-F238E27FC236}">
                <a16:creationId xmlns:a16="http://schemas.microsoft.com/office/drawing/2014/main" id="{D1D845A1-8424-4499-8359-10CC4D0116E6}"/>
              </a:ext>
            </a:extLst>
          </p:cNvPr>
          <p:cNvSpPr>
            <a:spLocks xmlns:a="http://schemas.openxmlformats.org/drawingml/2006/main" noGrp="1"/>
          </p:cNvSpPr>
          <p:nvPr/>
        </p:nvSpPr>
        <p:spPr>
          <a:xfrm xmlns:a="http://schemas.openxmlformats.org/drawingml/2006/main">
            <a:off x="609600" y="24574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R0014520, I would begin with one employee task and agree on the workflow, review responsibilities and signs of readiness.</a:t>
            </a:r>
          </a:p>
        </p:txBody>
      </p:sp>
      <p:sp>
        <p:nvSpPr>
          <p:cNvPr id="4" name="proposal-steps">
            <a:extLst xmlns:a="http://schemas.openxmlformats.org/drawingml/2006/main">
              <a:ext uri="{FF2B5EF4-FFF2-40B4-BE49-F238E27FC236}">
                <a16:creationId xmlns:a16="http://schemas.microsoft.com/office/drawing/2014/main" id="{3DA2D5B6-30D0-4DF4-A8FB-1A95C17DC71C}"/>
              </a:ext>
            </a:extLst>
          </p:cNvPr>
          <p:cNvSpPr>
            <a:spLocks xmlns:a="http://schemas.openxmlformats.org/drawingml/2006/main" noGrp="1"/>
          </p:cNvSpPr>
          <p:nvPr/>
        </p:nvSpPr>
        <p:spPr>
          <a:xfrm xmlns:a="http://schemas.openxmlformats.org/drawingml/2006/main">
            <a:off x="609600" y="3486150"/>
            <a:ext cx="10334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Observe the current task and record where people need help.</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Build one worked example, practice task and short reference aid.</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Check accuracy, accessibility and required human review with the team.</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Compare repeat-task performance and use feedback to revise guidance.</a:t>
            </a:r>
          </a:p>
        </p:txBody>
      </p:sp>
      <p:sp>
        <p:nvSpPr>
          <p:cNvPr id="5" name="proposal-boundary">
            <a:extLst xmlns:a="http://schemas.openxmlformats.org/drawingml/2006/main">
              <a:ext uri="{FF2B5EF4-FFF2-40B4-BE49-F238E27FC236}">
                <a16:creationId xmlns:a16="http://schemas.microsoft.com/office/drawing/2014/main" id="{63D47859-E57B-43A8-A755-EC837A8A7DFA}"/>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no Blackbaud rollout or measured adoption outcome is claimed.</a:t>
            </a:r>
          </a:p>
        </p:txBody>
      </p:sp>
      <p:sp>
        <p:nvSpPr>
          <p:cNvPr id="6" name="slide-number">
            <a:extLst xmlns:a="http://schemas.openxmlformats.org/drawingml/2006/main">
              <a:ext uri="{FF2B5EF4-FFF2-40B4-BE49-F238E27FC236}">
                <a16:creationId xmlns:a16="http://schemas.microsoft.com/office/drawing/2014/main" id="{02F3EC6C-BE6B-4AFF-B222-1C6F6E09F7B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947662098"/>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4C1A98B-7DE6-4BE0-ACEE-E2A2221C2B48}"/>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BLACKBAUD APPLICATION</a:t>
            </a:r>
          </a:p>
        </p:txBody>
      </p:sp>
      <p:sp>
        <p:nvSpPr>
          <p:cNvPr id="2" name="headline">
            <a:extLst xmlns:a="http://schemas.openxmlformats.org/drawingml/2006/main">
              <a:ext uri="{FF2B5EF4-FFF2-40B4-BE49-F238E27FC236}">
                <a16:creationId xmlns:a16="http://schemas.microsoft.com/office/drawing/2014/main" id="{8EFC352D-64BB-4476-9A3F-3C178C656D39}"/>
              </a:ext>
            </a:extLst>
          </p:cNvPr>
          <p:cNvSpPr>
            <a:spLocks xmlns:a="http://schemas.openxmlformats.org/drawingml/2006/main" noGrp="1"/>
          </p:cNvSpPr>
          <p:nvPr/>
        </p:nvSpPr>
        <p:spPr>
          <a:xfrm xmlns:a="http://schemas.openxmlformats.org/drawingml/2006/main">
            <a:off x="609600" y="1457325"/>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AI Adoption</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Specialist</a:t>
            </a:r>
          </a:p>
        </p:txBody>
      </p:sp>
      <p:sp>
        <p:nvSpPr>
          <p:cNvPr id="3" name="contact-intent">
            <a:extLst xmlns:a="http://schemas.openxmlformats.org/drawingml/2006/main">
              <a:ext uri="{FF2B5EF4-FFF2-40B4-BE49-F238E27FC236}">
                <a16:creationId xmlns:a16="http://schemas.microsoft.com/office/drawing/2014/main" id="{B9E7E332-5977-401F-9B2E-BC71829539BD}"/>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U.S. remote work.</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5DE7F8EF-E7FB-47D6-BCA1-73F903FD179B}"/>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3b91a66bd62e4465"/>
              </a:rPr>
              <a:t>JonathanKyleHobson@gmail.com</a:t>
            </a:r>
          </a:p>
        </p:txBody>
      </p:sp>
      <p:sp>
        <p:nvSpPr>
          <p:cNvPr id="5" name="portfolio">
            <a:extLst xmlns:a="http://schemas.openxmlformats.org/drawingml/2006/main">
              <a:ext uri="{FF2B5EF4-FFF2-40B4-BE49-F238E27FC236}">
                <a16:creationId xmlns:a16="http://schemas.microsoft.com/office/drawing/2014/main" id="{B25D2466-613D-4D9F-BB28-9FB581509803}"/>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6272e87cb68c4681"/>
              </a:rPr>
              <a:t>View the tailored Blackbaud portfolio</a:t>
            </a:r>
          </a:p>
        </p:txBody>
      </p:sp>
      <p:sp>
        <p:nvSpPr>
          <p:cNvPr id="6" name="slide-number">
            <a:extLst xmlns:a="http://schemas.openxmlformats.org/drawingml/2006/main">
              <a:ext uri="{FF2B5EF4-FFF2-40B4-BE49-F238E27FC236}">
                <a16:creationId xmlns:a16="http://schemas.microsoft.com/office/drawing/2014/main" id="{BB1C9FE1-C8BF-4338-A533-C05CF7572C5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64972053"/>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2026-09-08T21:02:06.6820000Z</dcterms:created>
  <dcterms:modified xsi:type="dcterms:W3CDTF">2026-09-08T21:02:06.6820000Z</dcterms:modified>
</coreProperties>
</file>