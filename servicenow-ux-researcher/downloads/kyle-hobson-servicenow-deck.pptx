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885871cf344073" /><Relationship Type="http://schemas.openxmlformats.org/officeDocument/2006/relationships/extended-properties" Target="/docProps/app.xml" Id="Rd9e39ed8ad7e41ac" /><Relationship Type="http://schemas.openxmlformats.org/officeDocument/2006/relationships/officeDocument" Target="/ppt/presentation.xml" Id="Rc5aa959bfb284323" /></Relationships>
</file>

<file path=ppt/presentation.xml><?xml version="1.0" encoding="utf-8"?>
<p:presentation xmlns:p="http://schemas.openxmlformats.org/presentationml/2006/main">
  <p:sldMasterIdLst>
    <p:sldMasterId xmlns:r="http://schemas.openxmlformats.org/officeDocument/2006/relationships" id="2147483648" r:id="R913f7d31cb894df1"/>
  </p:sldMasterIdLst>
  <p:notesMasterIdLst>
    <p:notesMasterId xmlns:r="http://schemas.openxmlformats.org/officeDocument/2006/relationships" r:id="Rcb92525ed9fe430b"/>
  </p:notesMasterIdLst>
  <p:sldIdLst>
    <p:sldId xmlns:r="http://schemas.openxmlformats.org/officeDocument/2006/relationships" id="256" r:id="Rd92d886bb1144d0a"/>
    <p:sldId xmlns:r="http://schemas.openxmlformats.org/officeDocument/2006/relationships" id="257" r:id="R9e3822bfd25e44eb"/>
    <p:sldId xmlns:r="http://schemas.openxmlformats.org/officeDocument/2006/relationships" id="258" r:id="Rfbc931c92a4e4d07"/>
    <p:sldId xmlns:r="http://schemas.openxmlformats.org/officeDocument/2006/relationships" id="259" r:id="Re0d2e182f364410d"/>
    <p:sldId xmlns:r="http://schemas.openxmlformats.org/officeDocument/2006/relationships" id="260" r:id="R4e3e579eb9d1490b"/>
    <p:sldId xmlns:r="http://schemas.openxmlformats.org/officeDocument/2006/relationships" id="261" r:id="R22eb0eff4d6b493e"/>
    <p:sldId xmlns:r="http://schemas.openxmlformats.org/officeDocument/2006/relationships" id="262" r:id="Rf33d8ce5c8e24466"/>
    <p:sldId xmlns:r="http://schemas.openxmlformats.org/officeDocument/2006/relationships" id="263" r:id="R5f133d566139443d"/>
    <p:sldId xmlns:r="http://schemas.openxmlformats.org/officeDocument/2006/relationships" id="264" r:id="Ra4299369959a4305"/>
    <p:sldId xmlns:r="http://schemas.openxmlformats.org/officeDocument/2006/relationships" id="265" r:id="R3cfbf739e5cc4c89"/>
    <p:sldId xmlns:r="http://schemas.openxmlformats.org/officeDocument/2006/relationships" id="266" r:id="R88f31e3f092a43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e57e6d3395420b" /><Relationship Type="http://schemas.openxmlformats.org/officeDocument/2006/relationships/slideMaster" Target="/ppt/slideMasters/slideMaster1.xml" Id="R913f7d31cb894df1" /><Relationship Type="http://schemas.openxmlformats.org/officeDocument/2006/relationships/notesMaster" Target="/ppt/notesMasters/notesMaster1.xml" Id="Rcb92525ed9fe430b" /><Relationship Type="http://schemas.openxmlformats.org/officeDocument/2006/relationships/presProps" Target="/ppt/presProps.xml" Id="Raa5f632cb838403d" /><Relationship Type="http://schemas.openxmlformats.org/officeDocument/2006/relationships/tableStyles" Target="/ppt/tableStyles.xml" Id="Rbf7e4e7cdb3244e7" /><Relationship Type="http://schemas.openxmlformats.org/officeDocument/2006/relationships/slide" Target="/ppt/slides/slide1.xml" Id="Rd92d886bb1144d0a" /><Relationship Type="http://schemas.openxmlformats.org/officeDocument/2006/relationships/slide" Target="/ppt/slides/slide2.xml" Id="R9e3822bfd25e44eb" /><Relationship Type="http://schemas.openxmlformats.org/officeDocument/2006/relationships/slide" Target="/ppt/slides/slide3.xml" Id="Rfbc931c92a4e4d07" /><Relationship Type="http://schemas.openxmlformats.org/officeDocument/2006/relationships/slide" Target="/ppt/slides/slide4.xml" Id="Re0d2e182f364410d" /><Relationship Type="http://schemas.openxmlformats.org/officeDocument/2006/relationships/slide" Target="/ppt/slides/slide5.xml" Id="R4e3e579eb9d1490b" /><Relationship Type="http://schemas.openxmlformats.org/officeDocument/2006/relationships/slide" Target="/ppt/slides/slide6.xml" Id="R22eb0eff4d6b493e" /><Relationship Type="http://schemas.openxmlformats.org/officeDocument/2006/relationships/slide" Target="/ppt/slides/slide7.xml" Id="Rf33d8ce5c8e24466" /><Relationship Type="http://schemas.openxmlformats.org/officeDocument/2006/relationships/slide" Target="/ppt/slides/slide8.xml" Id="R5f133d566139443d" /><Relationship Type="http://schemas.openxmlformats.org/officeDocument/2006/relationships/slide" Target="/ppt/slides/slide9.xml" Id="Ra4299369959a4305" /><Relationship Type="http://schemas.openxmlformats.org/officeDocument/2006/relationships/slide" Target="/ppt/slides/slide10.xml" Id="R3cfbf739e5cc4c89" /><Relationship Type="http://schemas.openxmlformats.org/officeDocument/2006/relationships/slide" Target="/ppt/slides/slide11.xml" Id="R88f31e3f092a43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655f40e8f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90122f8da6461c" /><Relationship Type="http://schemas.openxmlformats.org/officeDocument/2006/relationships/notesMaster" Target="/ppt/notesMasters/notesMaster1.xml" Id="Ra69c2656d2da46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03013e57af46bb" /><Relationship Type="http://schemas.openxmlformats.org/officeDocument/2006/relationships/notesMaster" Target="/ppt/notesMasters/notesMaster1.xml" Id="Rb96b41300c054d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a18c33bbce41c1" /><Relationship Type="http://schemas.openxmlformats.org/officeDocument/2006/relationships/notesMaster" Target="/ppt/notesMasters/notesMaster1.xml" Id="Rae648610147949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248f68926d4aa5" /><Relationship Type="http://schemas.openxmlformats.org/officeDocument/2006/relationships/notesMaster" Target="/ppt/notesMasters/notesMaster1.xml" Id="R6b25b88fa47a42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9209ebeaa94a39" /><Relationship Type="http://schemas.openxmlformats.org/officeDocument/2006/relationships/notesMaster" Target="/ppt/notesMasters/notesMaster1.xml" Id="R913775d6141844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cc81aa2e00492e" /><Relationship Type="http://schemas.openxmlformats.org/officeDocument/2006/relationships/notesMaster" Target="/ppt/notesMasters/notesMaster1.xml" Id="Rbcebe5a1a09e47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2b00f0c85e46b7" /><Relationship Type="http://schemas.openxmlformats.org/officeDocument/2006/relationships/notesMaster" Target="/ppt/notesMasters/notesMaster1.xml" Id="Rf3c08bd375554b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8cc7c7e1e74119" /><Relationship Type="http://schemas.openxmlformats.org/officeDocument/2006/relationships/notesMaster" Target="/ppt/notesMasters/notesMaster1.xml" Id="R5073fb2cdf054f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d4c2ca949e4eb5" /><Relationship Type="http://schemas.openxmlformats.org/officeDocument/2006/relationships/notesMaster" Target="/ppt/notesMasters/notesMaster1.xml" Id="Rcd5687fc34e243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ac782018d449cb" /><Relationship Type="http://schemas.openxmlformats.org/officeDocument/2006/relationships/notesMaster" Target="/ppt/notesMasters/notesMaster1.xml" Id="R98ad469949f14f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b93fcf513d4ef2" /><Relationship Type="http://schemas.openxmlformats.org/officeDocument/2006/relationships/notesMaster" Target="/ppt/notesMasters/notesMaster1.xml" Id="R092a23693e914b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ServiceNow’s Customer &amp; Partner Experience role, informed by its public job description and UX team page (https://careers.servicenow.com/teams/user-experience/), inspected September 8, 2026. This is not prior ServiceNow work, a completed enterprise-customer study or a measured adoption outcome. Methods depend on the product decision, access, recruitment and study constraints. No participants, timetable, results or compensation are promised. The portrait is user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ServiceNow’s Senior UX Researcher, Customer &amp; Partner Experience opening. The portfolio destination is configured as a hyperlink. No rate, weekly schedule or Arizona employment-persona approval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81033a550940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02c16313b14fd7" /><Relationship Type="http://schemas.openxmlformats.org/officeDocument/2006/relationships/slideLayout" Target="/ppt/slideLayouts/slideLayout1.xml" Id="Re3acaec1af8f4e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acaec1af8f4e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5cbae4d5ac40b7" /><Relationship Type="http://schemas.openxmlformats.org/officeDocument/2006/relationships/image" Target="/ppt/media/image.png" Id="Rc47aaf09bb6c4d15" /><Relationship Type="http://schemas.openxmlformats.org/officeDocument/2006/relationships/notesSlide" Target="/ppt/notesSlides/notesSlide1.xml" Id="R33acdf8d81ec47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7de5098f084842" /><Relationship Type="http://schemas.openxmlformats.org/officeDocument/2006/relationships/image" Target="/ppt/media/image2.png" Id="Rfc3d271d7e5a4cac" /><Relationship Type="http://schemas.openxmlformats.org/officeDocument/2006/relationships/notesSlide" Target="/ppt/notesSlides/notesSlide2.xml" Id="R6b6a193f3b264a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adc3f2247c438b" /><Relationship Type="http://schemas.openxmlformats.org/officeDocument/2006/relationships/image" Target="/ppt/media/image3.png" Id="Rb1e503bfa67a4dff" /><Relationship Type="http://schemas.openxmlformats.org/officeDocument/2006/relationships/chart" Target="/ppt/slides/charts/chart1.xml" Id="R8f09ac93088b45b1" /><Relationship Type="http://schemas.openxmlformats.org/officeDocument/2006/relationships/notesSlide" Target="/ppt/notesSlides/notesSlide3.xml" Id="R5c74e1a7fd7944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8017d4d5784acc" /><Relationship Type="http://schemas.openxmlformats.org/officeDocument/2006/relationships/notesSlide" Target="/ppt/notesSlides/notesSlide4.xml" Id="Rede1debc01e74f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aad3912b0d4a22" /><Relationship Type="http://schemas.openxmlformats.org/officeDocument/2006/relationships/image" Target="/ppt/media/image4.png" Id="Rd29d6e4c0fd44343" /><Relationship Type="http://schemas.openxmlformats.org/officeDocument/2006/relationships/notesSlide" Target="/ppt/notesSlides/notesSlide5.xml" Id="R9965f981cddc4e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81998b6a7248a6" /><Relationship Type="http://schemas.openxmlformats.org/officeDocument/2006/relationships/image" Target="/ppt/media/image5.png" Id="Rbe2a193ea61e4c7b" /><Relationship Type="http://schemas.openxmlformats.org/officeDocument/2006/relationships/notesSlide" Target="/ppt/notesSlides/notesSlide6.xml" Id="R9644fb5383914f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b2dc0568b642b6" /><Relationship Type="http://schemas.openxmlformats.org/officeDocument/2006/relationships/image" Target="/ppt/media/image6.png" Id="Ra6c1cf01736943ac" /><Relationship Type="http://schemas.openxmlformats.org/officeDocument/2006/relationships/notesSlide" Target="/ppt/notesSlides/notesSlide7.xml" Id="R7fd2455f35a34b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4bf4de666549cb" /><Relationship Type="http://schemas.openxmlformats.org/officeDocument/2006/relationships/image" Target="/ppt/media/image7.png" Id="R15e5321cc8a944f5" /><Relationship Type="http://schemas.openxmlformats.org/officeDocument/2006/relationships/image" Target="/ppt/media/image8.png" Id="R66411935702b4fc8" /><Relationship Type="http://schemas.openxmlformats.org/officeDocument/2006/relationships/image" Target="/ppt/media/image9.png" Id="Rdd615f27febf4303" /><Relationship Type="http://schemas.openxmlformats.org/officeDocument/2006/relationships/notesSlide" Target="/ppt/notesSlides/notesSlide8.xml" Id="Rfff178818ea349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6ae87a72c7a43ee" /><Relationship Type="http://schemas.openxmlformats.org/officeDocument/2006/relationships/notesSlide" Target="/ppt/notesSlides/notesSlide9.xml" Id="R34cffd71d8f44a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a9708c98ca4811" /><Relationship Type="http://schemas.openxmlformats.org/officeDocument/2006/relationships/image" Target="/ppt/media/image.jpeg" Id="R2b45e851c3a740c2" /><Relationship Type="http://schemas.openxmlformats.org/officeDocument/2006/relationships/notesSlide" Target="/ppt/notesSlides/notesSlide10.xml" Id="R6393c4a399d447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108adef9a44dec" /><Relationship Type="http://schemas.openxmlformats.org/officeDocument/2006/relationships/hyperlink" Target="mailto:JonathanKyleHobson@gmail.com" TargetMode="External" Id="Re0fa01ea29134bde" /><Relationship Type="http://schemas.openxmlformats.org/officeDocument/2006/relationships/hyperlink" Target="https://jonathankhobson.github.io/application-portfolios/servicenow-ux-researcher/" TargetMode="External" Id="R866cc78ee2154c4d" /><Relationship Type="http://schemas.openxmlformats.org/officeDocument/2006/relationships/notesSlide" Target="/ppt/notesSlides/notesSlide11.xml" Id="R2bb5fb6ef5e24b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47aaf09bb6c4d15"/>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1EEEC496-F25C-45EA-822F-ADD5BE93E502}"/>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SERVICENOW · UX RESEARCH</a:t>
            </a:r>
          </a:p>
        </p:txBody>
      </p:sp>
      <p:sp>
        <p:nvSpPr>
          <p:cNvPr id="3" name="headline">
            <a:extLst xmlns:a="http://schemas.openxmlformats.org/drawingml/2006/main">
              <a:ext uri="{FF2B5EF4-FFF2-40B4-BE49-F238E27FC236}">
                <a16:creationId xmlns:a16="http://schemas.microsoft.com/office/drawing/2014/main" id="{02DF20A4-2917-4E2D-A1B4-CDC05FD939F4}"/>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that informs</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product decisions</a:t>
            </a:r>
          </a:p>
        </p:txBody>
      </p:sp>
      <p:sp>
        <p:nvSpPr>
          <p:cNvPr id="4" name="cover-intro">
            <a:extLst xmlns:a="http://schemas.openxmlformats.org/drawingml/2006/main">
              <a:ext uri="{FF2B5EF4-FFF2-40B4-BE49-F238E27FC236}">
                <a16:creationId xmlns:a16="http://schemas.microsoft.com/office/drawing/2014/main" id="{5873F739-D1AC-4754-9D65-E1E9D77C7912}"/>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Study planning, mixed methods,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evidence for the next product decision.</a:t>
            </a:r>
          </a:p>
        </p:txBody>
      </p:sp>
      <p:sp>
        <p:nvSpPr>
          <p:cNvPr id="5" name="cover-scope">
            <a:extLst xmlns:a="http://schemas.openxmlformats.org/drawingml/2006/main">
              <a:ext uri="{FF2B5EF4-FFF2-40B4-BE49-F238E27FC236}">
                <a16:creationId xmlns:a16="http://schemas.microsoft.com/office/drawing/2014/main" id="{17CA2584-E3CC-4F5C-9955-8B8C3DECB107}"/>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ServiceNow · UX Research · September 2026</a:t>
            </a:r>
          </a:p>
        </p:txBody>
      </p:sp>
      <p:sp>
        <p:nvSpPr>
          <p:cNvPr id="6" name="slide-number">
            <a:extLst xmlns:a="http://schemas.openxmlformats.org/drawingml/2006/main">
              <a:ext uri="{FF2B5EF4-FFF2-40B4-BE49-F238E27FC236}">
                <a16:creationId xmlns:a16="http://schemas.microsoft.com/office/drawing/2014/main" id="{5356A28F-CD68-43EB-A884-92194BCFFE8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2080914967"/>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2B6BBC36-0A67-4596-9FE0-EE5388100A5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B414CA64-FC3F-46BB-8190-31B917A461E5}"/>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DD8D8CA2-6DDD-494F-B482-AEBFA6060467}"/>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D0FBD79D-8B9B-4D34-87A3-10F767E4175C}"/>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BD5116FF-93D4-470D-B657-EE84DBBA58F1}"/>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c3d271d7e5a4cac"/>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BA9E76C1-6A79-4932-B194-DAB6524961E5}"/>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5E492FD8-4067-4E7D-8BA7-343EB7F344F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543814501"/>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77688037-A889-434D-8A47-950168525AB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C46D13DD-97A0-4623-819F-153453F595D5}"/>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1e503bfa67a4dff"/>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9B733214-7EA5-459F-BE4E-EDA31F349BC3}"/>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8f09ac93088b45b1"/>
          </a:graphicData>
        </a:graphic>
      </p:graphicFrame>
      <p:sp>
        <p:nvSpPr>
          <p:cNvPr id="6" name="barrier-limit">
            <a:extLst xmlns:a="http://schemas.openxmlformats.org/drawingml/2006/main">
              <a:ext uri="{FF2B5EF4-FFF2-40B4-BE49-F238E27FC236}">
                <a16:creationId xmlns:a16="http://schemas.microsoft.com/office/drawing/2014/main" id="{90F9E69A-7F90-4DF3-9AA5-5233F67A425F}"/>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A5B453F5-443E-4F7E-9ECB-652AC7A3E0A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609516550"/>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DA0D6481-0E6E-46A7-B87D-17D6D74E3EF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22AFE41C-FFA9-4C09-BEBE-924CA6A935A4}"/>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55AB2A90-392D-4EED-BDE6-618C22560588}"/>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6A4E3DB3-7B2D-41C1-A2BC-B0BB2E1E2429}"/>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833FB420-2F99-468E-AB32-4B92A6E03386}"/>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A4DE2B8C-2BC0-46EA-A0EC-46F1464D1FAB}"/>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8865402F-3BB1-4024-B364-37CB42D2A9E6}"/>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F02414D4-6FCB-423B-A438-F02B3BABA1BB}"/>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756225CC-D72D-455B-BAA1-87B7AB8B7313}"/>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D9C8C8CB-4F7C-47CA-8D2B-318FD6E18889}"/>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F8ADA248-6AFD-4685-AC86-FCD85AF65D25}"/>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8734CF41-49AC-4EC3-8D65-A655F06421DC}"/>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A923265F-D35A-4D07-9506-CFFEEC04B1B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200078056"/>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6FF3FF1-1A98-4D92-90C5-FCAC9C9A4C4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E0E8BC51-DEF9-4B78-9D1B-6806F6030BF8}"/>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00525EF5-C1FD-4BE5-B6D9-8FF6AD2D545E}"/>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29d6e4c0fd44343"/>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7EA260A6-8FDB-4698-8348-AD3E7FF0C438}"/>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3542960A-394E-458C-AD75-4285690DAA6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89883282"/>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E9B8013C-D0D2-429B-8BFC-DB6A02AE826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7B7EB48B-9054-4858-95A5-D2A90BC5BF9E}"/>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2B660C62-A36C-481E-8059-BD7D8123E53F}"/>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4C7B257C-04CD-4A63-BF36-3FC8510061A7}"/>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e2a193ea61e4c7b"/>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EDDD2A94-2C05-496E-9FEF-C54CFC1D4899}"/>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31BB536B-1EA1-43FE-B7F6-81CBDC46797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645110625"/>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5FBEE24-467B-4883-9AAB-C49CEC54EC5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F7DD6C64-4B7A-4A6B-9723-950D016A3683}"/>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5DD02FF1-E214-4DBD-985E-8D3DEFD4C51E}"/>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30291533-E3C3-4DFD-9C5D-FD01BBED5943}"/>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6c1cf01736943ac"/>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3305764E-47FC-4C04-B674-E620AED96AF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2053159297"/>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2375ED08-0111-46E1-B03C-24F825FDBFC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16685762-85C3-4898-BA1E-2949BF2F39B1}"/>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6E461FB4-8D0D-4593-9E57-1F45DFEC4253}"/>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9ABBB6BC-8D0F-4380-936D-A08B5439BC97}"/>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112F990F-23CD-47BB-8186-C8DE3528CFC2}"/>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B1EBD6F4-5701-4F71-A207-D4AD0CD7AA1F}"/>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5e5321cc8a944f5"/>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411935702b4fc8"/>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A5B830A4-19DD-4BD9-BAE0-4F1ED6F2839E}"/>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d615f27febf4303"/>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4997895E-D486-4E03-A8FF-167FB995574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796479853"/>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14F762AA-72A4-4181-A8C3-33226C9AEBA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9E50D5C8-A034-46BE-ADDA-E1CC7E0EE800}"/>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E39E80E3-300C-4AF9-AF71-253B1F9B8715}"/>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06D4E6E2-8EE7-4052-830A-A99EEBA8A6DB}"/>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906E2AA4-2AE2-447F-8D79-5E9E8D5CAC3C}"/>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20FC3A25-AD0B-416B-9935-ACDD615DBF46}"/>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694B58E4-2C05-4388-A7BC-6B095ABA2C85}"/>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9469718B-E041-43EC-A90E-A3319489D885}"/>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9A709424-6325-4B25-BDAF-71B38713A27C}"/>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2771EAC8-5868-4E85-9C69-F8C51915F1C9}"/>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2951A51C-C7D1-4404-B3BF-0890026AD73A}"/>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D0D83381-E320-4A9A-BA37-4D1DF6BE3235}"/>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8A46C481-1E15-47CC-AB9F-E48158B50940}"/>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5B11EC85-2498-454E-AE25-D5E68EB043B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996291667"/>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351F3DC-5D56-4B07-A2AF-01FB9F6E8CDD}"/>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SERVICENOW</a:t>
            </a:r>
          </a:p>
        </p:txBody>
      </p:sp>
      <p:sp>
        <p:nvSpPr>
          <p:cNvPr id="2" name="headline">
            <a:extLst xmlns:a="http://schemas.openxmlformats.org/drawingml/2006/main">
              <a:ext uri="{FF2B5EF4-FFF2-40B4-BE49-F238E27FC236}">
                <a16:creationId xmlns:a16="http://schemas.microsoft.com/office/drawing/2014/main" id="{B6429E18-C8B1-4D26-AA9D-93152B0FAE28}"/>
              </a:ext>
            </a:extLst>
          </p:cNvPr>
          <p:cNvSpPr>
            <a:spLocks xmlns:a="http://schemas.openxmlformats.org/drawingml/2006/main" noGrp="1"/>
          </p:cNvSpPr>
          <p:nvPr/>
        </p:nvSpPr>
        <p:spPr>
          <a:xfrm xmlns:a="http://schemas.openxmlformats.org/drawingml/2006/main">
            <a:off x="609600" y="1323975"/>
            <a:ext cx="6153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Study one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customer task</a:t>
            </a:r>
          </a:p>
        </p:txBody>
      </p:sp>
      <p:sp>
        <p:nvSpPr>
          <p:cNvPr id="3" name="research-question">
            <a:extLst xmlns:a="http://schemas.openxmlformats.org/drawingml/2006/main">
              <a:ext uri="{FF2B5EF4-FFF2-40B4-BE49-F238E27FC236}">
                <a16:creationId xmlns:a16="http://schemas.microsoft.com/office/drawing/2014/main" id="{3227355A-62CA-4575-AE0E-C5461947B2B1}"/>
              </a:ext>
            </a:extLst>
          </p:cNvPr>
          <p:cNvSpPr>
            <a:spLocks xmlns:a="http://schemas.openxmlformats.org/drawingml/2006/main" noGrp="1"/>
          </p:cNvSpPr>
          <p:nvPr/>
        </p:nvSpPr>
        <p:spPr>
          <a:xfrm xmlns:a="http://schemas.openxmlformats.org/drawingml/2006/main">
            <a:off x="609600" y="3295650"/>
            <a:ext cx="5448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a priority customer or partner task. Examine where people look for information, how they interpret it, and what prevents the next step.</a:t>
            </a:r>
          </a:p>
        </p:txBody>
      </p:sp>
      <p:sp>
        <p:nvSpPr>
          <p:cNvPr id="4" name="research-plan">
            <a:extLst xmlns:a="http://schemas.openxmlformats.org/drawingml/2006/main">
              <a:ext uri="{FF2B5EF4-FFF2-40B4-BE49-F238E27FC236}">
                <a16:creationId xmlns:a16="http://schemas.microsoft.com/office/drawing/2014/main" id="{B2FB4EE4-65B9-4419-8AFE-A68C5DE08F46}"/>
              </a:ext>
            </a:extLst>
          </p:cNvPr>
          <p:cNvSpPr>
            <a:spLocks xmlns:a="http://schemas.openxmlformats.org/drawingml/2006/main" noGrp="1"/>
          </p:cNvSpPr>
          <p:nvPr/>
        </p:nvSpPr>
        <p:spPr>
          <a:xfrm xmlns:a="http://schemas.openxmlformats.org/drawingml/2006/main">
            <a:off x="609600" y="4886325"/>
            <a:ext cx="5448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Choose interviews or usability sessions around that decision. Work with product and design on recruitment and criteria, then explain what the evidence means for the next concept or iteration.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b45e851c3a740c2"/>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3AF8C50C-AB18-4601-BFE8-79ABCE901D5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750136313"/>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704CEE2-E5D5-4E49-BC7F-C2ED5E689692}"/>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SERVICENOW · UX RESEARCH</a:t>
            </a:r>
          </a:p>
        </p:txBody>
      </p:sp>
      <p:sp>
        <p:nvSpPr>
          <p:cNvPr id="2" name="headline">
            <a:extLst xmlns:a="http://schemas.openxmlformats.org/drawingml/2006/main">
              <a:ext uri="{FF2B5EF4-FFF2-40B4-BE49-F238E27FC236}">
                <a16:creationId xmlns:a16="http://schemas.microsoft.com/office/drawing/2014/main" id="{F09E78EE-9407-470C-A2FA-23D85A2004E1}"/>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decision clearer</a:t>
            </a:r>
          </a:p>
        </p:txBody>
      </p:sp>
      <p:sp>
        <p:nvSpPr>
          <p:cNvPr id="3" name="contact-intent">
            <a:extLst xmlns:a="http://schemas.openxmlformats.org/drawingml/2006/main">
              <a:ext uri="{FF2B5EF4-FFF2-40B4-BE49-F238E27FC236}">
                <a16:creationId xmlns:a16="http://schemas.microsoft.com/office/drawing/2014/main" id="{1F88BAD2-1736-471E-80B9-B5E22512B88C}"/>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Interested in ServiceNow’s Customer &amp; Partner Experience team. Based in Mesa, Arizona; available for U.S. remote work and ready to start as soon as possible.</a:t>
            </a:r>
          </a:p>
        </p:txBody>
      </p:sp>
      <p:sp>
        <p:nvSpPr>
          <p:cNvPr id="4" name="email">
            <a:extLst xmlns:a="http://schemas.openxmlformats.org/drawingml/2006/main">
              <a:ext uri="{FF2B5EF4-FFF2-40B4-BE49-F238E27FC236}">
                <a16:creationId xmlns:a16="http://schemas.microsoft.com/office/drawing/2014/main" id="{EB32916B-82E9-4306-B1A1-1AC8F6F36500}"/>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e0fa01ea29134bde"/>
              </a:rPr>
              <a:t>JonathanKyleHobson@gmail.com</a:t>
            </a:r>
          </a:p>
        </p:txBody>
      </p:sp>
      <p:sp>
        <p:nvSpPr>
          <p:cNvPr id="5" name="portfolio">
            <a:extLst xmlns:a="http://schemas.openxmlformats.org/drawingml/2006/main">
              <a:ext uri="{FF2B5EF4-FFF2-40B4-BE49-F238E27FC236}">
                <a16:creationId xmlns:a16="http://schemas.microsoft.com/office/drawing/2014/main" id="{4DEC19AA-96C0-40D5-81A0-51F82C45900F}"/>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866cc78ee2154c4d"/>
              </a:rPr>
              <a:t>jonathankhobson.github.io/application-portfolios/servicenow-ux-researcher</a:t>
            </a:r>
          </a:p>
        </p:txBody>
      </p:sp>
      <p:sp>
        <p:nvSpPr>
          <p:cNvPr id="6" name="slide-number">
            <a:extLst xmlns:a="http://schemas.openxmlformats.org/drawingml/2006/main">
              <a:ext uri="{FF2B5EF4-FFF2-40B4-BE49-F238E27FC236}">
                <a16:creationId xmlns:a16="http://schemas.microsoft.com/office/drawing/2014/main" id="{02F5B967-99D2-4D4F-BA7C-F4DECB0C8D5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Tree>
    <p:extLst>
      <p:ext uri="{BB962C8B-B14F-4D97-AF65-F5344CB8AC3E}">
        <p14:creationId xmlns:p14="http://schemas.microsoft.com/office/powerpoint/2010/main" val="1746260222"/>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2026-09-08T21:34:07.8850000Z</dcterms:created>
  <dcterms:modified xsi:type="dcterms:W3CDTF">2026-09-08T21:34:07.8850000Z</dcterms:modified>
</coreProperties>
</file>