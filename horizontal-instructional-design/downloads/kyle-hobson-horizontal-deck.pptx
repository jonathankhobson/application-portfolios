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06a94c2e464738" /><Relationship Type="http://schemas.openxmlformats.org/officeDocument/2006/relationships/extended-properties" Target="/docProps/app.xml" Id="R114a69f61e184ee9" /><Relationship Type="http://schemas.openxmlformats.org/officeDocument/2006/relationships/officeDocument" Target="/ppt/presentation.xml" Id="R6cf144e74ff54a82" /></Relationships>
</file>

<file path=ppt/presentation.xml><?xml version="1.0" encoding="utf-8"?>
<p:presentation xmlns:p="http://schemas.openxmlformats.org/presentationml/2006/main">
  <p:sldMasterIdLst>
    <p:sldMasterId xmlns:r="http://schemas.openxmlformats.org/officeDocument/2006/relationships" id="2147483648" r:id="R3b47aca2025d4f27"/>
  </p:sldMasterIdLst>
  <p:notesMasterIdLst>
    <p:notesMasterId xmlns:r="http://schemas.openxmlformats.org/officeDocument/2006/relationships" r:id="Rd15b3336a9f24b75"/>
  </p:notesMasterIdLst>
  <p:sldIdLst>
    <p:sldId xmlns:r="http://schemas.openxmlformats.org/officeDocument/2006/relationships" id="256" r:id="R8d5b256e15714cb9"/>
    <p:sldId xmlns:r="http://schemas.openxmlformats.org/officeDocument/2006/relationships" id="257" r:id="Ra67794680fd843f1"/>
    <p:sldId xmlns:r="http://schemas.openxmlformats.org/officeDocument/2006/relationships" id="258" r:id="R3f16093db727415f"/>
    <p:sldId xmlns:r="http://schemas.openxmlformats.org/officeDocument/2006/relationships" id="259" r:id="R8e3d1ac8b5d44f07"/>
    <p:sldId xmlns:r="http://schemas.openxmlformats.org/officeDocument/2006/relationships" id="260" r:id="R017a4039ffc64ede"/>
    <p:sldId xmlns:r="http://schemas.openxmlformats.org/officeDocument/2006/relationships" id="261" r:id="Rfa5c6c31ea2d4bd0"/>
    <p:sldId xmlns:r="http://schemas.openxmlformats.org/officeDocument/2006/relationships" id="262" r:id="R5b58ebe5a33d411f"/>
    <p:sldId xmlns:r="http://schemas.openxmlformats.org/officeDocument/2006/relationships" id="263" r:id="R29515e337e074f20"/>
    <p:sldId xmlns:r="http://schemas.openxmlformats.org/officeDocument/2006/relationships" id="264" r:id="Rabe863f2a9f548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e47cc7dd464cf3" /><Relationship Type="http://schemas.openxmlformats.org/officeDocument/2006/relationships/slideMaster" Target="/ppt/slideMasters/slideMaster1.xml" Id="R3b47aca2025d4f27" /><Relationship Type="http://schemas.openxmlformats.org/officeDocument/2006/relationships/notesMaster" Target="/ppt/notesMasters/notesMaster1.xml" Id="Rd15b3336a9f24b75" /><Relationship Type="http://schemas.openxmlformats.org/officeDocument/2006/relationships/presProps" Target="/ppt/presProps.xml" Id="Rad07809351a04010" /><Relationship Type="http://schemas.openxmlformats.org/officeDocument/2006/relationships/tableStyles" Target="/ppt/tableStyles.xml" Id="R76f660562af9402a" /><Relationship Type="http://schemas.openxmlformats.org/officeDocument/2006/relationships/slide" Target="/ppt/slides/slide1.xml" Id="R8d5b256e15714cb9" /><Relationship Type="http://schemas.openxmlformats.org/officeDocument/2006/relationships/slide" Target="/ppt/slides/slide2.xml" Id="Ra67794680fd843f1" /><Relationship Type="http://schemas.openxmlformats.org/officeDocument/2006/relationships/slide" Target="/ppt/slides/slide3.xml" Id="R3f16093db727415f" /><Relationship Type="http://schemas.openxmlformats.org/officeDocument/2006/relationships/slide" Target="/ppt/slides/slide4.xml" Id="R8e3d1ac8b5d44f07" /><Relationship Type="http://schemas.openxmlformats.org/officeDocument/2006/relationships/slide" Target="/ppt/slides/slide5.xml" Id="R017a4039ffc64ede" /><Relationship Type="http://schemas.openxmlformats.org/officeDocument/2006/relationships/slide" Target="/ppt/slides/slide6.xml" Id="Rfa5c6c31ea2d4bd0" /><Relationship Type="http://schemas.openxmlformats.org/officeDocument/2006/relationships/slide" Target="/ppt/slides/slide7.xml" Id="R5b58ebe5a33d411f" /><Relationship Type="http://schemas.openxmlformats.org/officeDocument/2006/relationships/slide" Target="/ppt/slides/slide8.xml" Id="R29515e337e074f20" /><Relationship Type="http://schemas.openxmlformats.org/officeDocument/2006/relationships/slide" Target="/ppt/slides/slide9.xml" Id="Rabe863f2a9f548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1ec04ba3ca45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2a50a221d9482f" /><Relationship Type="http://schemas.openxmlformats.org/officeDocument/2006/relationships/notesMaster" Target="/ppt/notesMasters/notesMaster1.xml" Id="R999ffe31ee3543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d3aa18a8044fc3" /><Relationship Type="http://schemas.openxmlformats.org/officeDocument/2006/relationships/notesMaster" Target="/ppt/notesMasters/notesMaster1.xml" Id="R192f91e9fe9643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198318dbcb4319" /><Relationship Type="http://schemas.openxmlformats.org/officeDocument/2006/relationships/notesMaster" Target="/ppt/notesMasters/notesMaster1.xml" Id="R575e1dfb19224d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6e90cea8845e2" /><Relationship Type="http://schemas.openxmlformats.org/officeDocument/2006/relationships/notesMaster" Target="/ppt/notesMasters/notesMaster1.xml" Id="R244e6d31386941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7255fff94b4de0" /><Relationship Type="http://schemas.openxmlformats.org/officeDocument/2006/relationships/notesMaster" Target="/ppt/notesMasters/notesMaster1.xml" Id="R6f9f747d56ab41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8585ad2e384ab4" /><Relationship Type="http://schemas.openxmlformats.org/officeDocument/2006/relationships/notesMaster" Target="/ppt/notesMasters/notesMaster1.xml" Id="R32edc25bb5d24f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8e69d720ae4867" /><Relationship Type="http://schemas.openxmlformats.org/officeDocument/2006/relationships/notesMaster" Target="/ppt/notesMasters/notesMaster1.xml" Id="R8f76b0878bcb40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1beb870e524eb1" /><Relationship Type="http://schemas.openxmlformats.org/officeDocument/2006/relationships/notesMaster" Target="/ppt/notesMasters/notesMaster1.xml" Id="Rdc60aab1e5f24a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f521e209dd468d" /><Relationship Type="http://schemas.openxmlformats.org/officeDocument/2006/relationships/notesMaster" Target="/ppt/notesMasters/notesMaster1.xml" Id="R5cbf7b243a3044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Horizontal Talent Instructional Design, job 75755, Tempe hybrid contract. The end client and contract terms are undisclosed. Job source: https://www.horizontaltalent.com/job-board/75755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showing product-design evidence with adjacent application to learning materials.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Relevant to updating technical training: a clearer or shorter instruction still needs to preserve conditions and review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based on the official Instructional Design job 75755: learning materials, practice activities, accessibility, review cycles and approved AI tools with human quality review. The client is not disclosed, so this is a proposed first assignment rather than a report of past client work. Primary source: https://www.horizontaltalent.com/job-board/75755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Horizontal Talent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b10d3109aa47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0324fbe8044704" /><Relationship Type="http://schemas.openxmlformats.org/officeDocument/2006/relationships/slideLayout" Target="/ppt/slideLayouts/slideLayout1.xml" Id="R599dd29b8aee45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dd29b8aee45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4065e957b949b7" /><Relationship Type="http://schemas.openxmlformats.org/officeDocument/2006/relationships/image" Target="/ppt/media/image.png" Id="R55056370e2614304" /><Relationship Type="http://schemas.openxmlformats.org/officeDocument/2006/relationships/notesSlide" Target="/ppt/notesSlides/notesSlide1.xml" Id="R78822ee04b8f41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858946ebc64014" /><Relationship Type="http://schemas.openxmlformats.org/officeDocument/2006/relationships/image" Target="/ppt/media/image.jpeg" Id="Rd7dda0baa5d14a9f" /><Relationship Type="http://schemas.openxmlformats.org/officeDocument/2006/relationships/notesSlide" Target="/ppt/notesSlides/notesSlide2.xml" Id="R6f00ba6c7f5147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aeb23994344684" /><Relationship Type="http://schemas.openxmlformats.org/officeDocument/2006/relationships/image" Target="/ppt/media/image2.png" Id="Rf33c39ca556b4f3e" /><Relationship Type="http://schemas.openxmlformats.org/officeDocument/2006/relationships/notesSlide" Target="/ppt/notesSlides/notesSlide3.xml" Id="R8882396939fb4b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272dd7a8c3481a" /><Relationship Type="http://schemas.openxmlformats.org/officeDocument/2006/relationships/image" Target="/ppt/media/image3.png" Id="R922c390287de4056" /><Relationship Type="http://schemas.openxmlformats.org/officeDocument/2006/relationships/notesSlide" Target="/ppt/notesSlides/notesSlide4.xml" Id="R829fa6d07c9b49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8b91cd4c734ac0" /><Relationship Type="http://schemas.openxmlformats.org/officeDocument/2006/relationships/image" Target="/ppt/media/image4.png" Id="Ra374be4d35bf41e8" /><Relationship Type="http://schemas.openxmlformats.org/officeDocument/2006/relationships/image" Target="/ppt/media/image5.png" Id="Rc2cdc02f4d1049c4" /><Relationship Type="http://schemas.openxmlformats.org/officeDocument/2006/relationships/notesSlide" Target="/ppt/notesSlides/notesSlide5.xml" Id="Rda401d9911524f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b6185a29ce45c6" /><Relationship Type="http://schemas.openxmlformats.org/officeDocument/2006/relationships/notesSlide" Target="/ppt/notesSlides/notesSlide6.xml" Id="Raa9715ac0d1744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9b66e9508c4cf2" /><Relationship Type="http://schemas.openxmlformats.org/officeDocument/2006/relationships/image" Target="/ppt/media/image6.png" Id="R51ca3fa9f9eb4f12" /><Relationship Type="http://schemas.openxmlformats.org/officeDocument/2006/relationships/notesSlide" Target="/ppt/notesSlides/notesSlide7.xml" Id="R5649a6a0dee940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4c9eac19f34626" /><Relationship Type="http://schemas.openxmlformats.org/officeDocument/2006/relationships/notesSlide" Target="/ppt/notesSlides/notesSlide8.xml" Id="R0cf37abe243444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0b839a6ff241d7" /><Relationship Type="http://schemas.openxmlformats.org/officeDocument/2006/relationships/hyperlink" Target="mailto:JonathanKyleHobson@gmail.com" TargetMode="External" Id="R61af66cc69064fca" /><Relationship Type="http://schemas.openxmlformats.org/officeDocument/2006/relationships/hyperlink" Target="https://jonathankhobson.github.io/application-portfolios/horizontal-instructional-design/" TargetMode="External" Id="Ra157cd380c154c9e" /><Relationship Type="http://schemas.openxmlformats.org/officeDocument/2006/relationships/notesSlide" Target="/ppt/notesSlides/notesSlide9.xml" Id="R72528b1bd0c543c7"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056370e2614304"/>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E99FADC6-6B91-44FD-9BD3-68062E22E2B0}"/>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HORIZONTAL TALENT</a:t>
            </a:r>
          </a:p>
        </p:txBody>
      </p:sp>
      <p:sp>
        <p:nvSpPr>
          <p:cNvPr id="3" name="headline">
            <a:extLst xmlns:a="http://schemas.openxmlformats.org/drawingml/2006/main">
              <a:ext uri="{FF2B5EF4-FFF2-40B4-BE49-F238E27FC236}">
                <a16:creationId xmlns:a16="http://schemas.microsoft.com/office/drawing/2014/main" id="{C8F33FB3-85D5-464E-8E70-FCED0D6D72F3}"/>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Practical learning</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with careful AI review</a:t>
            </a:r>
          </a:p>
        </p:txBody>
      </p:sp>
      <p:sp>
        <p:nvSpPr>
          <p:cNvPr id="4" name="cover-intro">
            <a:extLst xmlns:a="http://schemas.openxmlformats.org/drawingml/2006/main">
              <a:ext uri="{FF2B5EF4-FFF2-40B4-BE49-F238E27FC236}">
                <a16:creationId xmlns:a16="http://schemas.microsoft.com/office/drawing/2014/main" id="{B4A691DF-365C-4F84-BD45-D9580F2568B4}"/>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teaching, product guidance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AI review examples</a:t>
            </a:r>
          </a:p>
        </p:txBody>
      </p:sp>
      <p:sp>
        <p:nvSpPr>
          <p:cNvPr id="5" name="cover-role">
            <a:extLst xmlns:a="http://schemas.openxmlformats.org/drawingml/2006/main">
              <a:ext uri="{FF2B5EF4-FFF2-40B4-BE49-F238E27FC236}">
                <a16:creationId xmlns:a16="http://schemas.microsoft.com/office/drawing/2014/main" id="{78BF28BC-7630-41FD-8D9B-BDC8FC82C99C}"/>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Instructional Design · Job 75755 · Tempe hybrid contract</a:t>
            </a:r>
          </a:p>
        </p:txBody>
      </p:sp>
      <p:sp>
        <p:nvSpPr>
          <p:cNvPr id="6" name="slide-number">
            <a:extLst xmlns:a="http://schemas.openxmlformats.org/drawingml/2006/main">
              <a:ext uri="{FF2B5EF4-FFF2-40B4-BE49-F238E27FC236}">
                <a16:creationId xmlns:a16="http://schemas.microsoft.com/office/drawing/2014/main" id="{7A27668D-625E-485D-BE40-F7ABDFBFBEA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22843398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14B9704-9348-4F03-BFF3-AC01FC86F60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9B25B4E1-16A7-4B12-9DF9-466DC45EB8CF}"/>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Learning design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grounded in the task</a:t>
            </a:r>
          </a:p>
        </p:txBody>
      </p:sp>
      <p:sp>
        <p:nvSpPr>
          <p:cNvPr id="3" name="asu-direct">
            <a:extLst xmlns:a="http://schemas.openxmlformats.org/drawingml/2006/main">
              <a:ext uri="{FF2B5EF4-FFF2-40B4-BE49-F238E27FC236}">
                <a16:creationId xmlns:a16="http://schemas.microsoft.com/office/drawing/2014/main" id="{0EC73893-E659-46C5-B12A-ABA67DF01C29}"/>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DFC69A55-940F-444A-ADF0-DDE2F4ADC86B}"/>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7dda0baa5d14a9f"/>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D5618ECD-01BE-4BD9-8D4D-01A423CB6F9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62470358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EB477B4-887D-44CC-A195-627F2E70975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2A36BDFD-6074-40AD-8CEA-84533F434A5B}"/>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practical sequence for beginners</a:t>
            </a:r>
          </a:p>
        </p:txBody>
      </p:sp>
      <p:sp>
        <p:nvSpPr>
          <p:cNvPr id="3" name="course-title">
            <a:extLst xmlns:a="http://schemas.openxmlformats.org/drawingml/2006/main">
              <a:ext uri="{FF2B5EF4-FFF2-40B4-BE49-F238E27FC236}">
                <a16:creationId xmlns:a16="http://schemas.microsoft.com/office/drawing/2014/main" id="{E147AD55-438F-4FCB-AD6D-111556BD69A8}"/>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3c39ca556b4f3e"/>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AA20BA40-60D5-4CC9-A76D-77FDA9862F09}"/>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85F35812-CE72-4FD2-A910-793336D2812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02159108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2AD5D05A-A1C3-4D6C-8024-C0244E38387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FF60E309-2F65-406A-8831-A7102C7B6605}"/>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Prompt revision in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beginner lesson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22c390287de4056"/>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8C450856-1BB6-4FAF-8803-582B9B3181D2}"/>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46825136-F6A9-4C40-BD68-3F488135928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48611431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C53C9E58-90B6-49E8-B5A7-3E91EC2F69B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9EAEF854-4DEF-4FA7-BF57-27F02FEC2E31}"/>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0A4233FA-11C1-40AE-83D6-1AF9591449A5}"/>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8F94486F-DC71-4B1F-AD2E-C77D4F0C27B1}"/>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technical learning: distinguish the condition before explaining the recovery action.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374be4d35bf41e8"/>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2cdc02f4d1049c4"/>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FD8AFFF9-7171-45D0-BFCA-A83F527F7DA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991867703"/>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C0E0B42D-BC2D-44D3-956B-17BBB05E0E3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1CC272A0-6624-4CE1-95B9-073455F5DC1B}"/>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3E192C1D-A75C-405A-8233-7D115AA3B9DB}"/>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1BF02DF2-ADD4-4C44-9005-4198336E2FA6}"/>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FDC5246E-087C-497C-943D-98C73EE0B3FA}"/>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AEBBA022-2A54-46DB-BDC9-EBE3A5A10E17}"/>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377EC531-107D-4A94-A0D2-4D1934ABEB08}"/>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511DAB75-CF13-4909-9C35-44643ED19D30}"/>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7F0B5096-909F-4565-B662-C6646680710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2968393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39FD25E-7638-4CCC-A049-42B65F0E17A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F7BB16F6-F260-406C-8E60-7D10C5A16E76}"/>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in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workflow</a:t>
            </a:r>
          </a:p>
        </p:txBody>
      </p:sp>
      <p:sp>
        <p:nvSpPr>
          <p:cNvPr id="3" name="asu-purpose">
            <a:extLst xmlns:a="http://schemas.openxmlformats.org/drawingml/2006/main">
              <a:ext uri="{FF2B5EF4-FFF2-40B4-BE49-F238E27FC236}">
                <a16:creationId xmlns:a16="http://schemas.microsoft.com/office/drawing/2014/main" id="{632A0598-49B3-491A-8045-ED0998B867F4}"/>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1ca3fa9f9eb4f12"/>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E972D26B-63C4-4492-937F-8A8013A0A92F}"/>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52F4DA7F-F4F8-4821-B45D-CDF640C7796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352860231"/>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D662891-5EDA-4410-AC04-0E5BBA36E64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HORIZONTAL TALENT   /   PROPOSED FIRST CONTRIBUTION</a:t>
            </a:r>
          </a:p>
        </p:txBody>
      </p:sp>
      <p:sp>
        <p:nvSpPr>
          <p:cNvPr id="2" name="headline">
            <a:extLst xmlns:a="http://schemas.openxmlformats.org/drawingml/2006/main">
              <a:ext uri="{FF2B5EF4-FFF2-40B4-BE49-F238E27FC236}">
                <a16:creationId xmlns:a16="http://schemas.microsoft.com/office/drawing/2014/main" id="{6A356D35-3C40-449F-A9F1-6BCE84912963}"/>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task learners</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can practice</a:t>
            </a:r>
          </a:p>
        </p:txBody>
      </p:sp>
      <p:sp>
        <p:nvSpPr>
          <p:cNvPr id="3" name="proposal-intro">
            <a:extLst xmlns:a="http://schemas.openxmlformats.org/drawingml/2006/main">
              <a:ext uri="{FF2B5EF4-FFF2-40B4-BE49-F238E27FC236}">
                <a16:creationId xmlns:a16="http://schemas.microsoft.com/office/drawing/2014/main" id="{6633C542-EF33-484A-955E-5C80BA486A93}"/>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job 75755, I would start with one learning asset that the team can review, revise and maintain using approved sources and tools.</a:t>
            </a:r>
          </a:p>
        </p:txBody>
      </p:sp>
      <p:sp>
        <p:nvSpPr>
          <p:cNvPr id="4" name="proposal-steps">
            <a:extLst xmlns:a="http://schemas.openxmlformats.org/drawingml/2006/main">
              <a:ext uri="{FF2B5EF4-FFF2-40B4-BE49-F238E27FC236}">
                <a16:creationId xmlns:a16="http://schemas.microsoft.com/office/drawing/2014/main" id="{A36F4331-790F-4C05-8CD6-D88D2DC54A13}"/>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Define the task, its starting conditions and a useful practice outcome.</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Connect an example, a practice activity and a reference aid.</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Review accuracy and accessibility with the subject matter expert.</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Track feedback, source ownership and the next revision.</a:t>
            </a:r>
          </a:p>
        </p:txBody>
      </p:sp>
      <p:sp>
        <p:nvSpPr>
          <p:cNvPr id="5" name="proposal-boundary">
            <a:extLst xmlns:a="http://schemas.openxmlformats.org/drawingml/2006/main">
              <a:ext uri="{FF2B5EF4-FFF2-40B4-BE49-F238E27FC236}">
                <a16:creationId xmlns:a16="http://schemas.microsoft.com/office/drawing/2014/main" id="{CA87811A-1C0A-4CDA-8F49-49934BEF1942}"/>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discussion with the recruiter and client learning team.</a:t>
            </a:r>
          </a:p>
        </p:txBody>
      </p:sp>
      <p:sp>
        <p:nvSpPr>
          <p:cNvPr id="6" name="slide-number">
            <a:extLst xmlns:a="http://schemas.openxmlformats.org/drawingml/2006/main">
              <a:ext uri="{FF2B5EF4-FFF2-40B4-BE49-F238E27FC236}">
                <a16:creationId xmlns:a16="http://schemas.microsoft.com/office/drawing/2014/main" id="{EDB13C74-5000-4E10-B935-436E8EF9A13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400589718"/>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07B4303-3706-4410-8ABA-2376F31F4373}"/>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HORIZONTAL TALENT APPLICATION</a:t>
            </a:r>
          </a:p>
        </p:txBody>
      </p:sp>
      <p:sp>
        <p:nvSpPr>
          <p:cNvPr id="2" name="headline">
            <a:extLst xmlns:a="http://schemas.openxmlformats.org/drawingml/2006/main">
              <a:ext uri="{FF2B5EF4-FFF2-40B4-BE49-F238E27FC236}">
                <a16:creationId xmlns:a16="http://schemas.microsoft.com/office/drawing/2014/main" id="{FFCE7EDE-9754-4BB4-BE28-9D12D2BADBAC}"/>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Instructional</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Design</a:t>
            </a:r>
          </a:p>
        </p:txBody>
      </p:sp>
      <p:sp>
        <p:nvSpPr>
          <p:cNvPr id="3" name="contact-intent">
            <a:extLst xmlns:a="http://schemas.openxmlformats.org/drawingml/2006/main">
              <a:ext uri="{FF2B5EF4-FFF2-40B4-BE49-F238E27FC236}">
                <a16:creationId xmlns:a16="http://schemas.microsoft.com/office/drawing/2014/main" id="{16F614DE-F165-41AB-A47C-32B808845932}"/>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Tempe hybrid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FDD8CE4A-F94D-4542-885E-A96E938A6705}"/>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61af66cc69064fca"/>
              </a:rPr>
              <a:t>JonathanKyleHobson@gmail.com</a:t>
            </a:r>
          </a:p>
        </p:txBody>
      </p:sp>
      <p:sp>
        <p:nvSpPr>
          <p:cNvPr id="5" name="portfolio">
            <a:extLst xmlns:a="http://schemas.openxmlformats.org/drawingml/2006/main">
              <a:ext uri="{FF2B5EF4-FFF2-40B4-BE49-F238E27FC236}">
                <a16:creationId xmlns:a16="http://schemas.microsoft.com/office/drawing/2014/main" id="{EE206237-5AE4-4EE6-96B2-DF30110D8D35}"/>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157cd380c154c9e"/>
              </a:rPr>
              <a:t>View the tailored Horizontal Talent portfolio</a:t>
            </a:r>
          </a:p>
        </p:txBody>
      </p:sp>
      <p:sp>
        <p:nvSpPr>
          <p:cNvPr id="6" name="slide-number">
            <a:extLst xmlns:a="http://schemas.openxmlformats.org/drawingml/2006/main">
              <a:ext uri="{FF2B5EF4-FFF2-40B4-BE49-F238E27FC236}">
                <a16:creationId xmlns:a16="http://schemas.microsoft.com/office/drawing/2014/main" id="{3DC8067D-A230-4281-9B95-1B0BB278A10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034894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2026-09-08T20:19:56.9900000Z</dcterms:created>
  <dcterms:modified xsi:type="dcterms:W3CDTF">2026-09-08T20:19:56.9900000Z</dcterms:modified>
</coreProperties>
</file>