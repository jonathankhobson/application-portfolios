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bcf92f2f444b2d" /><Relationship Type="http://schemas.openxmlformats.org/officeDocument/2006/relationships/extended-properties" Target="/docProps/app.xml" Id="R67589965578e405e" /><Relationship Type="http://schemas.openxmlformats.org/officeDocument/2006/relationships/officeDocument" Target="/ppt/presentation.xml" Id="Ra2b5d3d5f39d4327" /></Relationships>
</file>

<file path=ppt/presentation.xml><?xml version="1.0" encoding="utf-8"?>
<p:presentation xmlns:p="http://schemas.openxmlformats.org/presentationml/2006/main">
  <p:sldMasterIdLst>
    <p:sldMasterId xmlns:r="http://schemas.openxmlformats.org/officeDocument/2006/relationships" id="2147483648" r:id="R5a0977c25b66415f"/>
  </p:sldMasterIdLst>
  <p:notesMasterIdLst>
    <p:notesMasterId xmlns:r="http://schemas.openxmlformats.org/officeDocument/2006/relationships" r:id="Rf1cf4b4c965d41f8"/>
  </p:notesMasterIdLst>
  <p:sldIdLst>
    <p:sldId xmlns:r="http://schemas.openxmlformats.org/officeDocument/2006/relationships" id="256" r:id="R9987addbe0a14ab1"/>
    <p:sldId xmlns:r="http://schemas.openxmlformats.org/officeDocument/2006/relationships" id="257" r:id="R871990da716541ff"/>
    <p:sldId xmlns:r="http://schemas.openxmlformats.org/officeDocument/2006/relationships" id="258" r:id="R412ebe97e8fd44c3"/>
    <p:sldId xmlns:r="http://schemas.openxmlformats.org/officeDocument/2006/relationships" id="259" r:id="R5895907747b34e05"/>
    <p:sldId xmlns:r="http://schemas.openxmlformats.org/officeDocument/2006/relationships" id="260" r:id="R77806962d78648ce"/>
    <p:sldId xmlns:r="http://schemas.openxmlformats.org/officeDocument/2006/relationships" id="261" r:id="R4e851c0bf4a84597"/>
    <p:sldId xmlns:r="http://schemas.openxmlformats.org/officeDocument/2006/relationships" id="262" r:id="R74231c19b86c4ecf"/>
    <p:sldId xmlns:r="http://schemas.openxmlformats.org/officeDocument/2006/relationships" id="263" r:id="R1b483c4384b54c79"/>
    <p:sldId xmlns:r="http://schemas.openxmlformats.org/officeDocument/2006/relationships" id="264" r:id="R8993c1a9473f4f4a"/>
    <p:sldId xmlns:r="http://schemas.openxmlformats.org/officeDocument/2006/relationships" id="265" r:id="R0cc1aa9ffefb4c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ba87da67714b18" /><Relationship Type="http://schemas.openxmlformats.org/officeDocument/2006/relationships/slideMaster" Target="/ppt/slideMasters/slideMaster1.xml" Id="R5a0977c25b66415f" /><Relationship Type="http://schemas.openxmlformats.org/officeDocument/2006/relationships/notesMaster" Target="/ppt/notesMasters/notesMaster1.xml" Id="Rf1cf4b4c965d41f8" /><Relationship Type="http://schemas.openxmlformats.org/officeDocument/2006/relationships/presProps" Target="/ppt/presProps.xml" Id="R9a16f0f5cf5f4c8a" /><Relationship Type="http://schemas.openxmlformats.org/officeDocument/2006/relationships/tableStyles" Target="/ppt/tableStyles.xml" Id="R5d1e4b4babe64f75" /><Relationship Type="http://schemas.openxmlformats.org/officeDocument/2006/relationships/slide" Target="/ppt/slides/slide1.xml" Id="R9987addbe0a14ab1" /><Relationship Type="http://schemas.openxmlformats.org/officeDocument/2006/relationships/slide" Target="/ppt/slides/slide2.xml" Id="R871990da716541ff" /><Relationship Type="http://schemas.openxmlformats.org/officeDocument/2006/relationships/slide" Target="/ppt/slides/slide3.xml" Id="R412ebe97e8fd44c3" /><Relationship Type="http://schemas.openxmlformats.org/officeDocument/2006/relationships/slide" Target="/ppt/slides/slide4.xml" Id="R5895907747b34e05" /><Relationship Type="http://schemas.openxmlformats.org/officeDocument/2006/relationships/slide" Target="/ppt/slides/slide5.xml" Id="R77806962d78648ce" /><Relationship Type="http://schemas.openxmlformats.org/officeDocument/2006/relationships/slide" Target="/ppt/slides/slide6.xml" Id="R4e851c0bf4a84597" /><Relationship Type="http://schemas.openxmlformats.org/officeDocument/2006/relationships/slide" Target="/ppt/slides/slide7.xml" Id="R74231c19b86c4ecf" /><Relationship Type="http://schemas.openxmlformats.org/officeDocument/2006/relationships/slide" Target="/ppt/slides/slide8.xml" Id="R1b483c4384b54c79" /><Relationship Type="http://schemas.openxmlformats.org/officeDocument/2006/relationships/slide" Target="/ppt/slides/slide9.xml" Id="R8993c1a9473f4f4a" /><Relationship Type="http://schemas.openxmlformats.org/officeDocument/2006/relationships/slide" Target="/ppt/slides/slide10.xml" Id="R0cc1aa9ffefb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1db4f2dc2848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c81a5e54b94dae" /><Relationship Type="http://schemas.openxmlformats.org/officeDocument/2006/relationships/notesMaster" Target="/ppt/notesMasters/notesMaster1.xml" Id="R12fdb210b7d947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5436c316314ee8" /><Relationship Type="http://schemas.openxmlformats.org/officeDocument/2006/relationships/notesMaster" Target="/ppt/notesMasters/notesMaster1.xml" Id="R199da85af3084a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55c592449a46ed" /><Relationship Type="http://schemas.openxmlformats.org/officeDocument/2006/relationships/notesMaster" Target="/ppt/notesMasters/notesMaster1.xml" Id="R31f71901fc7244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d5708810784a02" /><Relationship Type="http://schemas.openxmlformats.org/officeDocument/2006/relationships/notesMaster" Target="/ppt/notesMasters/notesMaster1.xml" Id="R5fdfcf1ecc274e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e9dc2a2751402d" /><Relationship Type="http://schemas.openxmlformats.org/officeDocument/2006/relationships/notesMaster" Target="/ppt/notesMasters/notesMaster1.xml" Id="Rf23f84ea7f004a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55a7acf81d4699" /><Relationship Type="http://schemas.openxmlformats.org/officeDocument/2006/relationships/notesMaster" Target="/ppt/notesMasters/notesMaster1.xml" Id="Rfc7a28e3680244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c98623130c47c4" /><Relationship Type="http://schemas.openxmlformats.org/officeDocument/2006/relationships/notesMaster" Target="/ppt/notesMasters/notesMaster1.xml" Id="Rde28ea8c436743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9e4858d0c24487" /><Relationship Type="http://schemas.openxmlformats.org/officeDocument/2006/relationships/notesMaster" Target="/ppt/notesMasters/notesMaster1.xml" Id="R9314c47471dc4d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6870f114f44b1f" /><Relationship Type="http://schemas.openxmlformats.org/officeDocument/2006/relationships/notesMaster" Target="/ppt/notesMasters/notesMaster1.xml" Id="R61fb2373b10a41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e263160dc943bf" /><Relationship Type="http://schemas.openxmlformats.org/officeDocument/2006/relationships/notesMaster" Target="/ppt/notesMasters/notesMaster1.xml" Id="R7fc7251f7fff43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Fetch rewards task, grounded in Kyle’s Figma prototypes, documented interaction states and developer collaboration. Rewards-domain application is adjacent; this is not prior Fetch work, a released rewards experience, or a measured retention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345aac038f4b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c6509a332a4f36" /><Relationship Type="http://schemas.openxmlformats.org/officeDocument/2006/relationships/slideLayout" Target="/ppt/slideLayouts/slideLayout1.xml" Id="R74fd33e4685e45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fd33e4685e45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6eddd246fe4d9c" /><Relationship Type="http://schemas.openxmlformats.org/officeDocument/2006/relationships/image" Target="/ppt/media/image.png" Id="R0e5bfdd658cd476c" /><Relationship Type="http://schemas.openxmlformats.org/officeDocument/2006/relationships/notesSlide" Target="/ppt/notesSlides/notesSlide1.xml" Id="R8faa43625efa41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fff25664914155" /><Relationship Type="http://schemas.openxmlformats.org/officeDocument/2006/relationships/image" Target="/ppt/media/image2.png" Id="Reaefe771f0724d93" /><Relationship Type="http://schemas.openxmlformats.org/officeDocument/2006/relationships/notesSlide" Target="/ppt/notesSlides/notesSlide2.xml" Id="R3e1facb74c6d40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84b333a7cf4d3c" /><Relationship Type="http://schemas.openxmlformats.org/officeDocument/2006/relationships/image" Target="/ppt/media/image3.png" Id="Rf939694e0d3b4d89" /><Relationship Type="http://schemas.openxmlformats.org/officeDocument/2006/relationships/notesSlide" Target="/ppt/notesSlides/notesSlide3.xml" Id="R197a08f5f57a4d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0e4d6647a642f4" /><Relationship Type="http://schemas.openxmlformats.org/officeDocument/2006/relationships/image" Target="/ppt/media/image4.png" Id="R323406885b7446a7" /><Relationship Type="http://schemas.openxmlformats.org/officeDocument/2006/relationships/notesSlide" Target="/ppt/notesSlides/notesSlide4.xml" Id="Rbd1b10bf3d5746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10e9802ba74901" /><Relationship Type="http://schemas.openxmlformats.org/officeDocument/2006/relationships/image" Target="/ppt/media/image5.png" Id="R15d32658b3c3404b" /><Relationship Type="http://schemas.openxmlformats.org/officeDocument/2006/relationships/image" Target="/ppt/media/image6.png" Id="Rd26bd9be449f4aa0" /><Relationship Type="http://schemas.openxmlformats.org/officeDocument/2006/relationships/notesSlide" Target="/ppt/notesSlides/notesSlide5.xml" Id="R0a01ddc66f8d4b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b9e09700a24eb0" /><Relationship Type="http://schemas.openxmlformats.org/officeDocument/2006/relationships/image" Target="/ppt/media/image7.png" Id="R07db7e7e3ebe4672" /><Relationship Type="http://schemas.openxmlformats.org/officeDocument/2006/relationships/image" Target="/ppt/media/image8.png" Id="R0c09834f4b8b47c4" /><Relationship Type="http://schemas.openxmlformats.org/officeDocument/2006/relationships/notesSlide" Target="/ppt/notesSlides/notesSlide6.xml" Id="R4a5d1d52cf5c4b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63970ee739416e" /><Relationship Type="http://schemas.openxmlformats.org/officeDocument/2006/relationships/image" Target="/ppt/media/image9.png" Id="R82bad3c9baea46c3" /><Relationship Type="http://schemas.openxmlformats.org/officeDocument/2006/relationships/notesSlide" Target="/ppt/notesSlides/notesSlide7.xml" Id="Rf9285747415141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fe1d7401564368" /><Relationship Type="http://schemas.openxmlformats.org/officeDocument/2006/relationships/image" Target="/ppt/media/image10.png" Id="Re3b094b9476c450b" /><Relationship Type="http://schemas.openxmlformats.org/officeDocument/2006/relationships/image" Target="/ppt/media/image11.png" Id="Rab595c4d4f2e4aab" /><Relationship Type="http://schemas.openxmlformats.org/officeDocument/2006/relationships/image" Target="/ppt/media/image12.png" Id="R4e9f591a6113477b" /><Relationship Type="http://schemas.openxmlformats.org/officeDocument/2006/relationships/notesSlide" Target="/ppt/notesSlides/notesSlide8.xml" Id="R7690e838b35d47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cdd459de234240" /><Relationship Type="http://schemas.openxmlformats.org/officeDocument/2006/relationships/image" Target="/ppt/media/image.jpeg" Id="R4a730e8d4c3f4cb1" /><Relationship Type="http://schemas.openxmlformats.org/officeDocument/2006/relationships/notesSlide" Target="/ppt/notesSlides/notesSlide9.xml" Id="Rf217860f0ad34c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52b696ca1a4d39" /><Relationship Type="http://schemas.openxmlformats.org/officeDocument/2006/relationships/hyperlink" Target="mailto:JonathanKyleHobson@gmail.com" TargetMode="External" Id="R891acb571c0045fd" /><Relationship Type="http://schemas.openxmlformats.org/officeDocument/2006/relationships/hyperlink" Target="https://jonathankhobson.github.io/application-portfolios/fetch-rewards-designer/" TargetMode="External" Id="Rfb048185d90d4901" /><Relationship Type="http://schemas.openxmlformats.org/officeDocument/2006/relationships/notesSlide" Target="/ppt/notesSlides/notesSlide10.xml" Id="R6189897c1fd44941"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6CCE1A91-FFEF-4119-8904-6379AAD1157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52CC6A5F-52A8-4615-A07D-D419D53D45B6}"/>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FETCH · REWARDS PRODUCT DESIGN</a:t>
            </a:r>
          </a:p>
        </p:txBody>
      </p:sp>
      <p:sp>
        <p:nvSpPr>
          <p:cNvPr id="3" name="headline">
            <a:extLst xmlns:a="http://schemas.openxmlformats.org/drawingml/2006/main">
              <a:ext uri="{FF2B5EF4-FFF2-40B4-BE49-F238E27FC236}">
                <a16:creationId xmlns:a16="http://schemas.microsoft.com/office/drawing/2014/main" id="{364AFC68-D49B-409E-9EBB-AF28F625904A}"/>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Useful feedback.</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next steps.</a:t>
            </a:r>
          </a:p>
        </p:txBody>
      </p:sp>
      <p:sp>
        <p:nvSpPr>
          <p:cNvPr id="4" name="cover-intro">
            <a:extLst xmlns:a="http://schemas.openxmlformats.org/drawingml/2006/main">
              <a:ext uri="{FF2B5EF4-FFF2-40B4-BE49-F238E27FC236}">
                <a16:creationId xmlns:a16="http://schemas.microsoft.com/office/drawing/2014/main" id="{881B60D8-A72B-47F5-BC85-241ED2FC7A1C}"/>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Entry points, useful feedback,</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recoverable interactions.</a:t>
            </a:r>
          </a:p>
        </p:txBody>
      </p:sp>
      <p:sp>
        <p:nvSpPr>
          <p:cNvPr id="5" name="cover-accent">
            <a:extLst xmlns:a="http://schemas.openxmlformats.org/drawingml/2006/main">
              <a:ext uri="{FF2B5EF4-FFF2-40B4-BE49-F238E27FC236}">
                <a16:creationId xmlns:a16="http://schemas.microsoft.com/office/drawing/2014/main" id="{90B75760-F755-4D35-AE30-E51CDE5B66EC}"/>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DBA073A1-1283-4864-9ACF-13CF439E2CBA}"/>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Fetch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5bfdd658cd476c"/>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540592161"/>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E9FF4554-FF7E-45C6-9952-EA2F514B16F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4A5B7505-1E34-4BAD-821F-DBD84F7B741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ED978B2C-AE35-46D1-A310-A146110DB74C}"/>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B396EED4-479F-4310-B708-B5EB056FC7E2}"/>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13233AC7-F6F5-4192-87D0-36B6E7A0CF24}"/>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90E9FEED-633A-4478-BF87-E7D04A400D97}"/>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aefe771f0724d93"/>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34240773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A4219BF2-F4AD-4ECB-85F5-B0ADC5A4B28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FA89D481-0BA4-475B-A01E-1E0365457D6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30CA5DB7-CE6E-4630-BE02-1C2CE7CCEF69}"/>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0E21931D-1560-461C-9C4E-E641C3089CB0}"/>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0B81FCE8-AF9F-4EC2-BAE6-A0114600968C}"/>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939694e0d3b4d89"/>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B3FBD111-6249-4C4C-81DC-74EF354518EE}"/>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366711617"/>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B1ED4F5D-5107-41D8-BC7B-197BFFF86E6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E3E3EC89-4CCA-4261-8873-EB7CB38C835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88E81F77-360D-449A-83CC-4CF22C274DC9}"/>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4092DD02-D7F0-4A8F-BE42-F46D9A196F53}"/>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A9876D1F-8FED-4392-AE73-F79C2B0BE1E0}"/>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3578C1CA-2E03-4717-8447-14DD97B34AAC}"/>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E7BFC29A-7531-43EC-BA4E-AA4376A5EB6E}"/>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A651B1F3-1424-4439-868B-085418F2A40E}"/>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23406885b7446a7"/>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22643535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77C38F63-F794-400A-B402-D9EB6F737AD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79E266CE-989B-4B2D-8BFB-6512DD83AAA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12FA6F52-BD9F-4EB1-A7BD-1CB934FE98F2}"/>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1BC0D8F7-1808-497F-8B65-B0EAE88F07F3}"/>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221D862A-BE01-4171-980C-DBC034FB9B30}"/>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5d32658b3c3404b"/>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A3C694C5-9A13-4175-BA40-C2B3BAD76F10}"/>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26bd9be449f4aa0"/>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5783980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1A0F6E67-4A1A-4341-8969-4F5F22B2B96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095C0DBB-C628-41A1-9240-0823F4805E7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89C66ADA-D1A2-4D7C-B221-18C97A184A0C}"/>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27CD3D60-9AB5-413C-94C8-479058ECBFF0}"/>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2F9E0326-ED9B-4E76-9899-24521E3D7345}"/>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4A1D3629-DEBF-4C2C-A576-5374D3FFC248}"/>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E190AFB8-37B9-4B24-8D3B-83889617BEEE}"/>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7db7e7e3ebe4672"/>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c09834f4b8b47c4"/>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49346474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84F6D32-DCF0-4618-816D-0FA45C0F38E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B79E774F-4BA2-486B-B7CA-DAB80BB91FE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2BC708D2-FEAB-4F15-990A-DB16F8C86168}"/>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B234D563-12BA-4C53-A81A-31BD2CE45B7F}"/>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14AE7411-ABFB-4008-8CE0-DDEB6DA61DB9}"/>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AEFA6DC0-E62D-4A62-AD13-C631A74DB194}"/>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bad3c9baea46c3"/>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1624967284"/>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718950E0-8FC3-4F6E-8440-3818B83EA91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5ECD73B9-2D7F-46C1-931E-1EB9651A4E2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9C2F418A-A138-4F81-91EC-BC20436B2F84}"/>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D1D3AE1D-5E55-432A-B7A0-09ADEE634CF0}"/>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39EA2816-06AB-490C-8549-905FC4A31B23}"/>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6E4F5F66-D19E-4ABC-A992-37D775A94CA4}"/>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89A66493-324C-49B2-9E9B-EF75CD429DD1}"/>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3b094b9476c450b"/>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b595c4d4f2e4aab"/>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05806968-D100-49BF-BE41-4999E610F463}"/>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e9f591a6113477b"/>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BAF2DD07-F65D-48E2-81C7-353E47FF2084}"/>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304212823"/>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AE82FBA1-A47D-40C8-95E2-4915BAC0F61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tory-image-surface">
            <a:extLst xmlns:a="http://schemas.openxmlformats.org/drawingml/2006/main">
              <a:ext uri="{FF2B5EF4-FFF2-40B4-BE49-F238E27FC236}">
                <a16:creationId xmlns:a16="http://schemas.microsoft.com/office/drawing/2014/main" id="{A05C8CA1-E5B0-4D70-8C00-2C2DCCA9DE88}"/>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a730e8d4c3f4cb1"/>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18306DC0-E69F-4D36-8B93-C77A1FC5D1A2}"/>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 PROPOSED APPROACH TO FETCH REWARDS</a:t>
            </a:r>
          </a:p>
        </p:txBody>
      </p:sp>
      <p:sp>
        <p:nvSpPr>
          <p:cNvPr id="5" name="headline">
            <a:extLst xmlns:a="http://schemas.openxmlformats.org/drawingml/2006/main">
              <a:ext uri="{FF2B5EF4-FFF2-40B4-BE49-F238E27FC236}">
                <a16:creationId xmlns:a16="http://schemas.microsoft.com/office/drawing/2014/main" id="{D3F4C928-E618-4F4C-B78A-18F180364EC6}"/>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rewards journey</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worth testing</a:t>
            </a:r>
          </a:p>
        </p:txBody>
      </p:sp>
      <p:sp>
        <p:nvSpPr>
          <p:cNvPr id="6" name="story-documentary">
            <a:extLst xmlns:a="http://schemas.openxmlformats.org/drawingml/2006/main">
              <a:ext uri="{FF2B5EF4-FFF2-40B4-BE49-F238E27FC236}">
                <a16:creationId xmlns:a16="http://schemas.microsoft.com/office/drawing/2014/main" id="{2A4582E3-8F5B-4EEC-B936-0553C2D38DD1}"/>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Clarify the earning or redemption task. Identify what the person expects to happen and where progress becomes hard to understand.</a:t>
            </a:r>
          </a:p>
        </p:txBody>
      </p:sp>
      <p:sp>
        <p:nvSpPr>
          <p:cNvPr id="7" name="story-now">
            <a:extLst xmlns:a="http://schemas.openxmlformats.org/drawingml/2006/main">
              <a:ext uri="{FF2B5EF4-FFF2-40B4-BE49-F238E27FC236}">
                <a16:creationId xmlns:a16="http://schemas.microsoft.com/office/drawing/2014/main" id="{9786BEF0-9671-4D4E-85E8-7DCA83159088}"/>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test: can someone explain how to earn progress, recognize its current state, and recover from interruption? Pair that evidence with the team’s retention measures.</a:t>
            </a:r>
          </a:p>
        </p:txBody>
      </p:sp>
      <p:sp>
        <p:nvSpPr>
          <p:cNvPr id="8" name="story-slide-number">
            <a:extLst xmlns:a="http://schemas.openxmlformats.org/drawingml/2006/main">
              <a:ext uri="{FF2B5EF4-FFF2-40B4-BE49-F238E27FC236}">
                <a16:creationId xmlns:a16="http://schemas.microsoft.com/office/drawing/2014/main" id="{FA066615-43DE-4281-B3F4-317EA334FCF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461929426"/>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E80EC0D9-249C-4A98-BCA0-AE29683B3CC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3B307977-A01D-4A2C-A3AD-244072A9149D}"/>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FETCH · REWARDS PRODUCT DESIGN</a:t>
            </a:r>
          </a:p>
        </p:txBody>
      </p:sp>
      <p:sp>
        <p:nvSpPr>
          <p:cNvPr id="3" name="headline">
            <a:extLst xmlns:a="http://schemas.openxmlformats.org/drawingml/2006/main">
              <a:ext uri="{FF2B5EF4-FFF2-40B4-BE49-F238E27FC236}">
                <a16:creationId xmlns:a16="http://schemas.microsoft.com/office/drawing/2014/main" id="{4C657B6E-F8EF-4ECD-931B-A6EC5C11237B}"/>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discuss</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Rewards design</a:t>
            </a:r>
          </a:p>
        </p:txBody>
      </p:sp>
      <p:sp>
        <p:nvSpPr>
          <p:cNvPr id="4" name="contact-intent">
            <a:extLst xmlns:a="http://schemas.openxmlformats.org/drawingml/2006/main">
              <a:ext uri="{FF2B5EF4-FFF2-40B4-BE49-F238E27FC236}">
                <a16:creationId xmlns:a16="http://schemas.microsoft.com/office/drawing/2014/main" id="{D0F7AC66-2659-4579-A2AF-98E1880CDDCD}"/>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Fetch’s Senior Product Designer, Rewards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A84B983E-4FFD-4D24-B4AF-DEB96A6D9BF2}"/>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891acb571c0045fd"/>
              </a:rPr>
              <a:t>JonathanKyleHobson@gmail.com</a:t>
            </a:r>
          </a:p>
        </p:txBody>
      </p:sp>
      <p:sp>
        <p:nvSpPr>
          <p:cNvPr id="6" name="public-profile">
            <a:extLst xmlns:a="http://schemas.openxmlformats.org/drawingml/2006/main">
              <a:ext uri="{FF2B5EF4-FFF2-40B4-BE49-F238E27FC236}">
                <a16:creationId xmlns:a16="http://schemas.microsoft.com/office/drawing/2014/main" id="{F7141B23-55EA-48DF-B5E6-C09673AE49A1}"/>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fb048185d90d4901"/>
              </a:rPr>
              <a:t>jonathankhobson.github.io/application-portfolios/fetch-rewards-designer</a:t>
            </a:r>
          </a:p>
        </p:txBody>
      </p:sp>
    </p:spTree>
    <p:extLst>
      <p:ext uri="{BB962C8B-B14F-4D97-AF65-F5344CB8AC3E}">
        <p14:creationId xmlns:p14="http://schemas.microsoft.com/office/powerpoint/2010/main" val="5850643"/>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2026-09-08T20:10:12.1600000Z</dcterms:created>
  <dcterms:modified xsi:type="dcterms:W3CDTF">2026-09-08T20:10:12.1600000Z</dcterms:modified>
</coreProperties>
</file>