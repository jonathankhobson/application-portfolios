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0d22b64f0f743ba" /><Relationship Type="http://schemas.openxmlformats.org/officeDocument/2006/relationships/extended-properties" Target="/docProps/app.xml" Id="R7a3480e32bda4057" /><Relationship Type="http://schemas.openxmlformats.org/officeDocument/2006/relationships/officeDocument" Target="/ppt/presentation.xml" Id="R333bb5c99635418f" /></Relationships>
</file>

<file path=ppt/presentation.xml><?xml version="1.0" encoding="utf-8"?>
<p:presentation xmlns:p="http://schemas.openxmlformats.org/presentationml/2006/main">
  <p:sldMasterIdLst>
    <p:sldMasterId xmlns:r="http://schemas.openxmlformats.org/officeDocument/2006/relationships" id="2147483648" r:id="Rc73afd30243b4f74"/>
  </p:sldMasterIdLst>
  <p:notesMasterIdLst>
    <p:notesMasterId xmlns:r="http://schemas.openxmlformats.org/officeDocument/2006/relationships" r:id="R07cfe26327f84200"/>
  </p:notesMasterIdLst>
  <p:sldIdLst>
    <p:sldId xmlns:r="http://schemas.openxmlformats.org/officeDocument/2006/relationships" id="256" r:id="Rd40e89315d934520"/>
    <p:sldId xmlns:r="http://schemas.openxmlformats.org/officeDocument/2006/relationships" id="257" r:id="R6537c3a491034239"/>
    <p:sldId xmlns:r="http://schemas.openxmlformats.org/officeDocument/2006/relationships" id="258" r:id="Re2844699ae5c4b6e"/>
    <p:sldId xmlns:r="http://schemas.openxmlformats.org/officeDocument/2006/relationships" id="259" r:id="Rd3c5b3a5926740c8"/>
    <p:sldId xmlns:r="http://schemas.openxmlformats.org/officeDocument/2006/relationships" id="260" r:id="R9a12c3968eed472a"/>
    <p:sldId xmlns:r="http://schemas.openxmlformats.org/officeDocument/2006/relationships" id="261" r:id="R38a3eb3a5bbe41ab"/>
    <p:sldId xmlns:r="http://schemas.openxmlformats.org/officeDocument/2006/relationships" id="262" r:id="Rd915475e69a849a0"/>
    <p:sldId xmlns:r="http://schemas.openxmlformats.org/officeDocument/2006/relationships" id="263" r:id="R11b1db178fb1457e"/>
    <p:sldId xmlns:r="http://schemas.openxmlformats.org/officeDocument/2006/relationships" id="264" r:id="Raa8335a61036433d"/>
    <p:sldId xmlns:r="http://schemas.openxmlformats.org/officeDocument/2006/relationships" id="265" r:id="Ra0f5ccb5176d4b40"/>
    <p:sldId xmlns:r="http://schemas.openxmlformats.org/officeDocument/2006/relationships" id="266" r:id="Ra89c957346ce4218"/>
    <p:sldId xmlns:r="http://schemas.openxmlformats.org/officeDocument/2006/relationships" id="267" r:id="R17eb84df83e04d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5efb22cc254331" /><Relationship Type="http://schemas.openxmlformats.org/officeDocument/2006/relationships/slideMaster" Target="/ppt/slideMasters/slideMaster1.xml" Id="Rc73afd30243b4f74" /><Relationship Type="http://schemas.openxmlformats.org/officeDocument/2006/relationships/notesMaster" Target="/ppt/notesMasters/notesMaster1.xml" Id="R07cfe26327f84200" /><Relationship Type="http://schemas.openxmlformats.org/officeDocument/2006/relationships/presProps" Target="/ppt/presProps.xml" Id="R9ca7c253a4b642b0" /><Relationship Type="http://schemas.openxmlformats.org/officeDocument/2006/relationships/tableStyles" Target="/ppt/tableStyles.xml" Id="R5a777a8ad1734968" /><Relationship Type="http://schemas.openxmlformats.org/officeDocument/2006/relationships/slide" Target="/ppt/slides/slide1.xml" Id="Rd40e89315d934520" /><Relationship Type="http://schemas.openxmlformats.org/officeDocument/2006/relationships/slide" Target="/ppt/slides/slide2.xml" Id="R6537c3a491034239" /><Relationship Type="http://schemas.openxmlformats.org/officeDocument/2006/relationships/slide" Target="/ppt/slides/slide3.xml" Id="Re2844699ae5c4b6e" /><Relationship Type="http://schemas.openxmlformats.org/officeDocument/2006/relationships/slide" Target="/ppt/slides/slide4.xml" Id="Rd3c5b3a5926740c8" /><Relationship Type="http://schemas.openxmlformats.org/officeDocument/2006/relationships/slide" Target="/ppt/slides/slide5.xml" Id="R9a12c3968eed472a" /><Relationship Type="http://schemas.openxmlformats.org/officeDocument/2006/relationships/slide" Target="/ppt/slides/slide6.xml" Id="R38a3eb3a5bbe41ab" /><Relationship Type="http://schemas.openxmlformats.org/officeDocument/2006/relationships/slide" Target="/ppt/slides/slide7.xml" Id="Rd915475e69a849a0" /><Relationship Type="http://schemas.openxmlformats.org/officeDocument/2006/relationships/slide" Target="/ppt/slides/slide8.xml" Id="R11b1db178fb1457e" /><Relationship Type="http://schemas.openxmlformats.org/officeDocument/2006/relationships/slide" Target="/ppt/slides/slide9.xml" Id="Raa8335a61036433d" /><Relationship Type="http://schemas.openxmlformats.org/officeDocument/2006/relationships/slide" Target="/ppt/slides/slide10.xml" Id="Ra0f5ccb5176d4b40" /><Relationship Type="http://schemas.openxmlformats.org/officeDocument/2006/relationships/slide" Target="/ppt/slides/slide11.xml" Id="Ra89c957346ce4218" /><Relationship Type="http://schemas.openxmlformats.org/officeDocument/2006/relationships/slide" Target="/ppt/slides/slide12.xml" Id="R17eb84df83e04d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a1383d89744a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cf6c542799488b" /><Relationship Type="http://schemas.openxmlformats.org/officeDocument/2006/relationships/notesMaster" Target="/ppt/notesMasters/notesMaster1.xml" Id="R674e8d80c9af4c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4c1f6777ab47d8" /><Relationship Type="http://schemas.openxmlformats.org/officeDocument/2006/relationships/notesMaster" Target="/ppt/notesMasters/notesMaster1.xml" Id="R48d6615dfb7e47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85405a6b5541e9" /><Relationship Type="http://schemas.openxmlformats.org/officeDocument/2006/relationships/notesMaster" Target="/ppt/notesMasters/notesMaster1.xml" Id="Rb4e65d58a75c49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390c651e414b53" /><Relationship Type="http://schemas.openxmlformats.org/officeDocument/2006/relationships/notesMaster" Target="/ppt/notesMasters/notesMaster1.xml" Id="R6ead2dd70f82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85ed46a513411f" /><Relationship Type="http://schemas.openxmlformats.org/officeDocument/2006/relationships/notesMaster" Target="/ppt/notesMasters/notesMaster1.xml" Id="R86d9f9d0992d4a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0e6f2633034fdf" /><Relationship Type="http://schemas.openxmlformats.org/officeDocument/2006/relationships/notesMaster" Target="/ppt/notesMasters/notesMaster1.xml" Id="Rff4ed39db3c341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9175b7f8ca432a" /><Relationship Type="http://schemas.openxmlformats.org/officeDocument/2006/relationships/notesMaster" Target="/ppt/notesMasters/notesMaster1.xml" Id="Rc57f89b5ef9c46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beb2d7d90a478b" /><Relationship Type="http://schemas.openxmlformats.org/officeDocument/2006/relationships/notesMaster" Target="/ppt/notesMasters/notesMaster1.xml" Id="R15f4c9d723b248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72e8c0e4b4454c" /><Relationship Type="http://schemas.openxmlformats.org/officeDocument/2006/relationships/notesMaster" Target="/ppt/notesMasters/notesMaster1.xml" Id="Rd926a28f19194e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94fdf184294e9c" /><Relationship Type="http://schemas.openxmlformats.org/officeDocument/2006/relationships/notesMaster" Target="/ppt/notesMasters/notesMaster1.xml" Id="R7cf2b1119db34c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a356bb874b4e86" /><Relationship Type="http://schemas.openxmlformats.org/officeDocument/2006/relationships/notesMaster" Target="/ppt/notesMasters/notesMaster1.xml" Id="Rc6c431f38afc45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0b37120cce445b" /><Relationship Type="http://schemas.openxmlformats.org/officeDocument/2006/relationships/notesMaster" Target="/ppt/notesMasters/notesMaster1.xml" Id="Rae7af390605347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system or a measured efficiency or learning outcome. It supports a discussion of learner context and human review. Prior ASU Learning Innovations work does not establish a prior EdPlus engagement.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direction informed by the ASU EdPlus UX Researcher Senior vacancy JR126787: https://edplus.asu.edu/careers/ and https://asu.wd1.myworkdayjobs.com/en-US/ASUStaffCareers/job/UX-Researcher-Senior_JR126787 . The role supports enterprise initiatives and ASU Online learner experiences. Methods depend on the actual product decision, ethical review, access and recruitment. This is a proposed approach, not a completed EdPlus study. No participants, timetable, outcomes or compensation acceptance are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ASU EdPlus’s UX Researcher Senior role. The portfolio destination is configured as a hyperlink. No compensation acceptance or particular weekly office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88a2d3646e40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7ba684d7564619" /><Relationship Type="http://schemas.openxmlformats.org/officeDocument/2006/relationships/slideLayout" Target="/ppt/slideLayouts/slideLayout1.xml" Id="R8a886a9b397140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886a9b397140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1bed01692b4872" /><Relationship Type="http://schemas.openxmlformats.org/officeDocument/2006/relationships/image" Target="/ppt/media/image.png" Id="Re9bba645293647f2" /><Relationship Type="http://schemas.openxmlformats.org/officeDocument/2006/relationships/notesSlide" Target="/ppt/notesSlides/notesSlide1.xml" Id="Ra3d3f219723545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05d53220534eac" /><Relationship Type="http://schemas.openxmlformats.org/officeDocument/2006/relationships/image" Target="/ppt/media/image2.png" Id="R131618fdc7a74cdc" /><Relationship Type="http://schemas.openxmlformats.org/officeDocument/2006/relationships/notesSlide" Target="/ppt/notesSlides/notesSlide2.xml" Id="R3497090856b0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fd186866164309" /><Relationship Type="http://schemas.openxmlformats.org/officeDocument/2006/relationships/image" Target="/ppt/media/image3.png" Id="Rb5baeeef4e4a4783" /><Relationship Type="http://schemas.openxmlformats.org/officeDocument/2006/relationships/chart" Target="/ppt/slides/charts/chart1.xml" Id="R06a57b726ee947dc" /><Relationship Type="http://schemas.openxmlformats.org/officeDocument/2006/relationships/notesSlide" Target="/ppt/notesSlides/notesSlide3.xml" Id="R1703ddd2980941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c6bec62cc04091" /><Relationship Type="http://schemas.openxmlformats.org/officeDocument/2006/relationships/notesSlide" Target="/ppt/notesSlides/notesSlide4.xml" Id="R913d8b0e65dd42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749d25f6cf4c17" /><Relationship Type="http://schemas.openxmlformats.org/officeDocument/2006/relationships/image" Target="/ppt/media/image4.png" Id="R0f3d30df0b524d75" /><Relationship Type="http://schemas.openxmlformats.org/officeDocument/2006/relationships/notesSlide" Target="/ppt/notesSlides/notesSlide5.xml" Id="Ra49bac6efba549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f3f0d90adb4121" /><Relationship Type="http://schemas.openxmlformats.org/officeDocument/2006/relationships/image" Target="/ppt/media/image5.png" Id="Rbcf0483c25da4e7d" /><Relationship Type="http://schemas.openxmlformats.org/officeDocument/2006/relationships/notesSlide" Target="/ppt/notesSlides/notesSlide6.xml" Id="R755f998dca3542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9cf4dc701a4878" /><Relationship Type="http://schemas.openxmlformats.org/officeDocument/2006/relationships/image" Target="/ppt/media/image6.png" Id="R138840053b1e4a4b" /><Relationship Type="http://schemas.openxmlformats.org/officeDocument/2006/relationships/notesSlide" Target="/ppt/notesSlides/notesSlide7.xml" Id="R0592cf8db96348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e903263a364a8d" /><Relationship Type="http://schemas.openxmlformats.org/officeDocument/2006/relationships/image" Target="/ppt/media/image7.png" Id="R4c73ff20fa7a4d54" /><Relationship Type="http://schemas.openxmlformats.org/officeDocument/2006/relationships/image" Target="/ppt/media/image8.png" Id="R1cad4b7f75fa47ca" /><Relationship Type="http://schemas.openxmlformats.org/officeDocument/2006/relationships/image" Target="/ppt/media/image9.png" Id="R9d221bf02ba34894" /><Relationship Type="http://schemas.openxmlformats.org/officeDocument/2006/relationships/notesSlide" Target="/ppt/notesSlides/notesSlide8.xml" Id="R3ed1b2085c1d4a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00760ac5e6411f" /><Relationship Type="http://schemas.openxmlformats.org/officeDocument/2006/relationships/notesSlide" Target="/ppt/notesSlides/notesSlide9.xml" Id="R5b8c3f2e529b47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8017d0ea6b4cac" /><Relationship Type="http://schemas.openxmlformats.org/officeDocument/2006/relationships/notesSlide" Target="/ppt/notesSlides/notesSlide10.xml" Id="Rf7ae13d7dfef4c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4b6b85c256410f" /><Relationship Type="http://schemas.openxmlformats.org/officeDocument/2006/relationships/image" Target="/ppt/media/image.jpeg" Id="Rb9f26f6a77bb40ed" /><Relationship Type="http://schemas.openxmlformats.org/officeDocument/2006/relationships/notesSlide" Target="/ppt/notesSlides/notesSlide11.xml" Id="R2079d1ebb31d47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e2e51dde3c4c98" /><Relationship Type="http://schemas.openxmlformats.org/officeDocument/2006/relationships/hyperlink" Target="mailto:JonathanKyleHobson@gmail.com" TargetMode="External" Id="Rd9b254b2ccba4c48" /><Relationship Type="http://schemas.openxmlformats.org/officeDocument/2006/relationships/hyperlink" Target="https://jonathankhobson.github.io/application-portfolios/asu-edplus-ux-researcher/" TargetMode="External" Id="R36bbd88a4f7548e3" /><Relationship Type="http://schemas.openxmlformats.org/officeDocument/2006/relationships/notesSlide" Target="/ppt/notesSlides/notesSlide12.xml" Id="R692f28c85cd04a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bba645293647f2"/>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AC9EC450-EED5-4827-9F6E-DEFE93E6DEDA}"/>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ASU EDPLUS · UX RESEARCHER SENIOR</a:t>
            </a:r>
          </a:p>
        </p:txBody>
      </p:sp>
      <p:sp>
        <p:nvSpPr>
          <p:cNvPr id="3" name="headline">
            <a:extLst xmlns:a="http://schemas.openxmlformats.org/drawingml/2006/main">
              <a:ext uri="{FF2B5EF4-FFF2-40B4-BE49-F238E27FC236}">
                <a16:creationId xmlns:a16="http://schemas.microsoft.com/office/drawing/2014/main" id="{112841B3-928D-47F2-88C2-FA63EF1BC9D4}"/>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the next</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learning step</a:t>
            </a:r>
          </a:p>
        </p:txBody>
      </p:sp>
      <p:sp>
        <p:nvSpPr>
          <p:cNvPr id="4" name="cover-intro">
            <a:extLst xmlns:a="http://schemas.openxmlformats.org/drawingml/2006/main">
              <a:ext uri="{FF2B5EF4-FFF2-40B4-BE49-F238E27FC236}">
                <a16:creationId xmlns:a16="http://schemas.microsoft.com/office/drawing/2014/main" id="{FFAD9ACE-875B-4F4E-8ABE-36E90B2E5E13}"/>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Mixed methods, product decisions,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digital learning experience.</a:t>
            </a:r>
          </a:p>
        </p:txBody>
      </p:sp>
      <p:sp>
        <p:nvSpPr>
          <p:cNvPr id="5" name="cover-scope">
            <a:extLst xmlns:a="http://schemas.openxmlformats.org/drawingml/2006/main">
              <a:ext uri="{FF2B5EF4-FFF2-40B4-BE49-F238E27FC236}">
                <a16:creationId xmlns:a16="http://schemas.microsoft.com/office/drawing/2014/main" id="{44A0FCD5-0351-4C41-AFBE-6B8B50A9C253}"/>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ASU EdPlus · September 2026</a:t>
            </a:r>
          </a:p>
        </p:txBody>
      </p:sp>
      <p:sp>
        <p:nvSpPr>
          <p:cNvPr id="6" name="slide-number">
            <a:extLst xmlns:a="http://schemas.openxmlformats.org/drawingml/2006/main">
              <a:ext uri="{FF2B5EF4-FFF2-40B4-BE49-F238E27FC236}">
                <a16:creationId xmlns:a16="http://schemas.microsoft.com/office/drawing/2014/main" id="{C4339120-7F81-45E2-9518-0019F931C16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959470278"/>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563F3AE7-EB8F-4695-A893-E1C108813FC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086BF14A-4D68-4B5C-85BF-442D17DAA0E2}"/>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6FFBDA46-497D-471D-894C-A4A012B14700}"/>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6EAAF5E5-97D2-4434-B338-D089C539A12C}"/>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E55BB8C9-231B-43CD-8111-2603E1EA96BA}"/>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1618fdc7a74cdc"/>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CEB5B3C2-B68B-4557-8F4F-99BEA038E27B}"/>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14883277-20E3-4769-A091-EE86332BEA0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74271486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F6B18CB-C68D-4EC5-AAA6-13C3F348BE3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6413B812-E17B-435E-90F0-FE2192D44AA8}"/>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baeeef4e4a4783"/>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45128FE5-B2E6-4352-A299-68B36A399E4B}"/>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06a57b726ee947dc"/>
          </a:graphicData>
        </a:graphic>
      </p:graphicFrame>
      <p:sp>
        <p:nvSpPr>
          <p:cNvPr id="6" name="barrier-limit">
            <a:extLst xmlns:a="http://schemas.openxmlformats.org/drawingml/2006/main">
              <a:ext uri="{FF2B5EF4-FFF2-40B4-BE49-F238E27FC236}">
                <a16:creationId xmlns:a16="http://schemas.microsoft.com/office/drawing/2014/main" id="{4F50BF4D-2DF0-4F80-8601-22C0CE8002E7}"/>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A7D59E18-270B-4424-B66F-D335FB4FA8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51626598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5F53427-ABA6-4230-AFCD-C5CA8F3BF33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6D5B76BD-A511-4017-8D92-19C9232982DD}"/>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8B173586-9DF6-488D-A5FB-1CB56664F65E}"/>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88271F8E-7888-4E45-8EC4-F83C7A61C48A}"/>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A199BB8D-4B69-4752-830F-F8B2661B9FCA}"/>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AE1AB50C-8B4E-4DB6-8AC3-A6D2D883DC5C}"/>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0F71E397-5364-4E9D-AA8A-6807AE849DBE}"/>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22409EA8-39BD-4FA6-AA03-E1D904B8602D}"/>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63BE80FF-A6D4-43D2-BEBD-14FB9C7E1FA4}"/>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83945580-0450-481F-A6E6-EE7F7ADB5EFF}"/>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445A77E4-5A1E-4A65-B142-CD07127048A7}"/>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3539328B-4294-4067-90F4-8ED47748A5C8}"/>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519C1EEE-3B30-4F25-B12E-404044E7C38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32716385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A9738B0-BBE9-4EF8-8E77-55877D160CE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C1430169-F766-47A9-807E-B6B60B4FA0B4}"/>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83705E18-74E2-4184-A6C2-512CE484EA15}"/>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f3d30df0b524d75"/>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8260AF0F-FA46-4D3C-9ED8-DF44BBE4F67D}"/>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04086335-2B7A-4469-96D5-013DF262DC2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09342516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DCF5823-189B-4B0D-9ED6-5078F71B82B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E0891ED5-0C46-460A-AB6A-E25AAACA3E1E}"/>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1E0839AB-8043-4E6F-B3E1-CE5EE97AD16E}"/>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B096E130-919E-4536-AF6E-117BC02AD5E9}"/>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cf0483c25da4e7d"/>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F3BC0D48-5E27-4980-86C2-B2BC06804189}"/>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56B9887A-F4CC-4150-8393-FA50BC68ABE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36227233"/>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5626EE6-80EE-42C7-831F-529627F0732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F6169F18-F81B-4C5F-9C23-FA202C8853BD}"/>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933813C3-49B1-43B4-A0A7-706F3E34516E}"/>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5987A1FE-A538-47C7-BC17-E57D58C909E4}"/>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38840053b1e4a4b"/>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E5B46369-78D4-4140-A318-2D62DA3388A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32677161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6BD723F4-38D1-40BC-A980-565847166DA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35419AE5-E711-4A58-845D-C9631BF14C53}"/>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20CF65D1-9405-4C02-979B-354D86F2CDCF}"/>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B98FB286-5E6A-4BC4-9A98-2112FEA4D777}"/>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92D8986F-6870-420D-AC21-6A5972A34AD5}"/>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F2D26BAA-D067-4921-8FCF-F0F663DDC91E}"/>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c73ff20fa7a4d54"/>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cad4b7f75fa47ca"/>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615D7EB1-9A6C-4C3E-965F-E2902E1961A7}"/>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d221bf02ba34894"/>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9EA845C3-912C-4BD5-9DF5-6957AE3BA75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56381244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9B65144C-374E-4844-92D0-7FCA6F5CACD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DF0F73D3-313C-4B18-AD4E-19A90ACDF608}"/>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FA0E94D6-0C21-4DC7-B5B4-E19C84AC3AE5}"/>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D09326E0-FBBE-4D0B-83CD-F7E37F521417}"/>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36CAF516-902B-4A06-AC71-8FEBA4D61C2B}"/>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23798933-0ADB-4099-84D6-4CEBDFBDBFCE}"/>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B4CE28A9-7FDF-43EE-9714-611FB4B34761}"/>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1AC54A60-63D3-4144-910B-3A11E9ABA7C6}"/>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B7E36622-3231-43F6-A825-E5BEEEF9634B}"/>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C3A15CE7-C0A3-49C3-A6E3-DB096C096A71}"/>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E9416605-4397-4E27-BB5C-52E5719F0AD5}"/>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CAD9861B-1A00-4AE9-A5A5-4E26BE8E2EDB}"/>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2CFA1FA3-388A-4A4C-B59F-80E19B8CBD09}"/>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B4E55A4B-57BC-42A2-976B-757CD71AFE9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957078667"/>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C7E6D8E6-13F6-4594-8167-E26251A2EAE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1665912D-6BEF-4F68-BB47-5B7983DE2974}"/>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FD9153BD-7254-4349-9066-5668157C06A8}"/>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77C05667-E2AB-47A9-AA67-CCA1A17EC344}"/>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EC50A455-4BBE-4811-B1F3-E0580F0DE0CA}"/>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99DC4F82-893B-4E9F-B31A-463E30945626}"/>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3655F7F5-1A03-4F44-BBE1-39EDF35412E6}"/>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CC787034-EA9F-4161-BD08-D0BB929E9A01}"/>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59249CA6-6AD3-410A-B4AD-1219E4E1EEFB}"/>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D8B39A63-0A83-4F99-8593-EFCE26CAE48E}"/>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D2C6BD97-B542-4CB1-8289-26C453A4DB71}"/>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A258A556-4E34-462D-B202-91355229CF2B}"/>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6C113133-B1EC-44B1-AE58-BB1E388B66E9}"/>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B36E34C2-B1DA-4AEF-AF5D-5518B5C2B895}"/>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B95FA91C-D8FC-41FA-A96C-6FF5426B2ECC}"/>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05523D42-B3D6-4419-A318-3E469CB5C81C}"/>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C0E1AC2B-6D08-4FE5-88B9-F505EB64CD3E}"/>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A157A7C4-C8AA-429E-BE5E-CDCBC63038DC}"/>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A16B1C3C-14E6-462B-986D-EC30A8FA6FAD}"/>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31743B67-EA9E-499C-86A9-854EE4043796}"/>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D1FE9E78-1688-4912-9C03-E6D4EAB0B8FB}"/>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C4ECDC03-352F-46C2-8C32-7C429264CCAD}"/>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8DD367A7-511B-498B-A4B1-296D12DDBA96}"/>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F270A830-A9F5-4838-ADC0-AFF370627B13}"/>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2171CE23-F38F-43E7-A0C9-A19325B7CC6F}"/>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825FC797-8839-4015-B619-058287C415E5}"/>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92E25976-DA0F-486F-B672-2AF69EF9BD5E}"/>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C6282013-BBB8-4AEE-B3C8-9886A0F99043}"/>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33236E8A-C154-4CC3-96FA-1D843298D0EE}"/>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CF89919B-7B9E-4C93-B91B-D14C4329737E}"/>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4C98C63D-A376-4E09-8350-EEEC3A315021}"/>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51AE4915-05A6-47C0-B5A0-2665912360AB}"/>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7AC768F0-4CD3-4D1B-9D13-781743CB87D4}"/>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BDC2A11A-2094-4ACA-8EA9-323F01FB093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688497912"/>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E3A46F5-F323-4F65-BC3E-B4211FD02012}"/>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ASU EDPLUS</a:t>
            </a:r>
          </a:p>
        </p:txBody>
      </p:sp>
      <p:sp>
        <p:nvSpPr>
          <p:cNvPr id="2" name="headline">
            <a:extLst xmlns:a="http://schemas.openxmlformats.org/drawingml/2006/main">
              <a:ext uri="{FF2B5EF4-FFF2-40B4-BE49-F238E27FC236}">
                <a16:creationId xmlns:a16="http://schemas.microsoft.com/office/drawing/2014/main" id="{BCB9ED1B-5991-4FD9-A1EF-424A3D7530F3}"/>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One learner decision</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to investigate</a:t>
            </a:r>
          </a:p>
        </p:txBody>
      </p:sp>
      <p:sp>
        <p:nvSpPr>
          <p:cNvPr id="3" name="research-question">
            <a:extLst xmlns:a="http://schemas.openxmlformats.org/drawingml/2006/main">
              <a:ext uri="{FF2B5EF4-FFF2-40B4-BE49-F238E27FC236}">
                <a16:creationId xmlns:a16="http://schemas.microsoft.com/office/drawing/2014/main" id="{A4248E08-1C82-4673-9474-C09A4BE6617D}"/>
              </a:ext>
            </a:extLst>
          </p:cNvPr>
          <p:cNvSpPr>
            <a:spLocks xmlns:a="http://schemas.openxmlformats.org/drawingml/2006/main" noGrp="1"/>
          </p:cNvSpPr>
          <p:nvPr/>
        </p:nvSpPr>
        <p:spPr>
          <a:xfrm xmlns:a="http://schemas.openxmlformats.org/drawingml/2006/main">
            <a:off x="609600" y="3295650"/>
            <a:ext cx="54483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Choose one learner decision with the product team. Study how learners understand their options, where they lose context, and what they need to take a useful next step.</a:t>
            </a:r>
          </a:p>
        </p:txBody>
      </p:sp>
      <p:sp>
        <p:nvSpPr>
          <p:cNvPr id="4" name="research-plan">
            <a:extLst xmlns:a="http://schemas.openxmlformats.org/drawingml/2006/main">
              <a:ext uri="{FF2B5EF4-FFF2-40B4-BE49-F238E27FC236}">
                <a16:creationId xmlns:a16="http://schemas.microsoft.com/office/drawing/2014/main" id="{5C2C61B8-0DB7-45B1-A7AD-345CE8C6B43C}"/>
              </a:ext>
            </a:extLst>
          </p:cNvPr>
          <p:cNvSpPr>
            <a:spLocks xmlns:a="http://schemas.openxmlformats.org/drawingml/2006/main" noGrp="1"/>
          </p:cNvSpPr>
          <p:nvPr/>
        </p:nvSpPr>
        <p:spPr>
          <a:xfrm xmlns:a="http://schemas.openxmlformats.org/drawingml/2006/main">
            <a:off x="609600" y="4943475"/>
            <a:ext cx="5448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Combine interviews and task observation with relevant survey or product signals. Discuss interpretations with the team, test a focused concept, and document what the evidence leaves open.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9f26f6a77bb40ed"/>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64912D0C-9A7D-4E7A-BFBD-33AA6778684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823797465"/>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DF742DF-E87C-48C9-8486-B28855C70C11}"/>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ASU EDPLUS · UX RESEARCHER SENIOR</a:t>
            </a:r>
          </a:p>
        </p:txBody>
      </p:sp>
      <p:sp>
        <p:nvSpPr>
          <p:cNvPr id="2" name="headline">
            <a:extLst xmlns:a="http://schemas.openxmlformats.org/drawingml/2006/main">
              <a:ext uri="{FF2B5EF4-FFF2-40B4-BE49-F238E27FC236}">
                <a16:creationId xmlns:a16="http://schemas.microsoft.com/office/drawing/2014/main" id="{3EF7928C-FC61-4E69-A452-ED789B394923}"/>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58D79DE8-C0BD-4C07-9702-E51D5857580B}"/>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Interested in EdPlus’s UX Researcher Senior role. Based in Mesa, Arizona and open to hybrid work in Scottsdale.</a:t>
            </a:r>
          </a:p>
        </p:txBody>
      </p:sp>
      <p:sp>
        <p:nvSpPr>
          <p:cNvPr id="4" name="email">
            <a:extLst xmlns:a="http://schemas.openxmlformats.org/drawingml/2006/main">
              <a:ext uri="{FF2B5EF4-FFF2-40B4-BE49-F238E27FC236}">
                <a16:creationId xmlns:a16="http://schemas.microsoft.com/office/drawing/2014/main" id="{61855BB3-9611-475F-8555-16AF48BC8FBD}"/>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d9b254b2ccba4c48"/>
              </a:rPr>
              <a:t>JonathanKyleHobson@gmail.com</a:t>
            </a:r>
          </a:p>
        </p:txBody>
      </p:sp>
      <p:sp>
        <p:nvSpPr>
          <p:cNvPr id="5" name="portfolio">
            <a:extLst xmlns:a="http://schemas.openxmlformats.org/drawingml/2006/main">
              <a:ext uri="{FF2B5EF4-FFF2-40B4-BE49-F238E27FC236}">
                <a16:creationId xmlns:a16="http://schemas.microsoft.com/office/drawing/2014/main" id="{F195C99D-772E-4E6E-BE7A-FC81EC4BCFBB}"/>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36bbd88a4f7548e3"/>
              </a:rPr>
              <a:t>jonathankhobson.github.io/application-portfolios/asu-edplus-ux-researcher</a:t>
            </a:r>
          </a:p>
        </p:txBody>
      </p:sp>
      <p:sp>
        <p:nvSpPr>
          <p:cNvPr id="6" name="slide-number">
            <a:extLst xmlns:a="http://schemas.openxmlformats.org/drawingml/2006/main">
              <a:ext uri="{FF2B5EF4-FFF2-40B4-BE49-F238E27FC236}">
                <a16:creationId xmlns:a16="http://schemas.microsoft.com/office/drawing/2014/main" id="{9506868D-81DA-4A4C-B223-A27E9C35ACC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81672505"/>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2026-09-09T05:17:55.6020000Z</dcterms:created>
  <dcterms:modified xsi:type="dcterms:W3CDTF">2026-09-09T05:17:55.6020000Z</dcterms:modified>
</coreProperties>
</file>