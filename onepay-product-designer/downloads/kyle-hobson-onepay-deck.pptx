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d354bc9dd642e2" /><Relationship Type="http://schemas.openxmlformats.org/officeDocument/2006/relationships/extended-properties" Target="/docProps/app.xml" Id="R7d0507696e004815" /><Relationship Type="http://schemas.openxmlformats.org/officeDocument/2006/relationships/officeDocument" Target="/ppt/presentation.xml" Id="R9a332a99e4604a25" /></Relationships>
</file>

<file path=ppt/presentation.xml><?xml version="1.0" encoding="utf-8"?>
<p:presentation xmlns:p="http://schemas.openxmlformats.org/presentationml/2006/main">
  <p:sldMasterIdLst>
    <p:sldMasterId xmlns:r="http://schemas.openxmlformats.org/officeDocument/2006/relationships" id="2147483648" r:id="Rff75ce9ba9bd47d4"/>
  </p:sldMasterIdLst>
  <p:notesMasterIdLst>
    <p:notesMasterId xmlns:r="http://schemas.openxmlformats.org/officeDocument/2006/relationships" r:id="R2d423818dc0b4016"/>
  </p:notesMasterIdLst>
  <p:sldIdLst>
    <p:sldId xmlns:r="http://schemas.openxmlformats.org/officeDocument/2006/relationships" id="256" r:id="Rb64be8434567416a"/>
    <p:sldId xmlns:r="http://schemas.openxmlformats.org/officeDocument/2006/relationships" id="257" r:id="Rf1601970ee554d9b"/>
    <p:sldId xmlns:r="http://schemas.openxmlformats.org/officeDocument/2006/relationships" id="258" r:id="R53b35b68d70c4ca1"/>
    <p:sldId xmlns:r="http://schemas.openxmlformats.org/officeDocument/2006/relationships" id="259" r:id="Rfc556d5ae6ad45a1"/>
    <p:sldId xmlns:r="http://schemas.openxmlformats.org/officeDocument/2006/relationships" id="260" r:id="Rc8e83154c25b4cbf"/>
    <p:sldId xmlns:r="http://schemas.openxmlformats.org/officeDocument/2006/relationships" id="261" r:id="Rd007791c8a024e90"/>
    <p:sldId xmlns:r="http://schemas.openxmlformats.org/officeDocument/2006/relationships" id="262" r:id="R1ef35745380d42f3"/>
    <p:sldId xmlns:r="http://schemas.openxmlformats.org/officeDocument/2006/relationships" id="263" r:id="R53c4205f1b744066"/>
    <p:sldId xmlns:r="http://schemas.openxmlformats.org/officeDocument/2006/relationships" id="264" r:id="R5eaa0960415b4cf1"/>
    <p:sldId xmlns:r="http://schemas.openxmlformats.org/officeDocument/2006/relationships" id="265" r:id="R0a61337f3994473a"/>
    <p:sldId xmlns:r="http://schemas.openxmlformats.org/officeDocument/2006/relationships" id="266" r:id="Rd1bab3aafaa348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a7e731e9dd41d9" /><Relationship Type="http://schemas.openxmlformats.org/officeDocument/2006/relationships/slideMaster" Target="/ppt/slideMasters/slideMaster1.xml" Id="Rff75ce9ba9bd47d4" /><Relationship Type="http://schemas.openxmlformats.org/officeDocument/2006/relationships/notesMaster" Target="/ppt/notesMasters/notesMaster1.xml" Id="R2d423818dc0b4016" /><Relationship Type="http://schemas.openxmlformats.org/officeDocument/2006/relationships/presProps" Target="/ppt/presProps.xml" Id="R3979e0c452c5434d" /><Relationship Type="http://schemas.openxmlformats.org/officeDocument/2006/relationships/tableStyles" Target="/ppt/tableStyles.xml" Id="R49e2013c4dae4a6d" /><Relationship Type="http://schemas.openxmlformats.org/officeDocument/2006/relationships/slide" Target="/ppt/slides/slide1.xml" Id="Rb64be8434567416a" /><Relationship Type="http://schemas.openxmlformats.org/officeDocument/2006/relationships/slide" Target="/ppt/slides/slide2.xml" Id="Rf1601970ee554d9b" /><Relationship Type="http://schemas.openxmlformats.org/officeDocument/2006/relationships/slide" Target="/ppt/slides/slide3.xml" Id="R53b35b68d70c4ca1" /><Relationship Type="http://schemas.openxmlformats.org/officeDocument/2006/relationships/slide" Target="/ppt/slides/slide4.xml" Id="Rfc556d5ae6ad45a1" /><Relationship Type="http://schemas.openxmlformats.org/officeDocument/2006/relationships/slide" Target="/ppt/slides/slide5.xml" Id="Rc8e83154c25b4cbf" /><Relationship Type="http://schemas.openxmlformats.org/officeDocument/2006/relationships/slide" Target="/ppt/slides/slide6.xml" Id="Rd007791c8a024e90" /><Relationship Type="http://schemas.openxmlformats.org/officeDocument/2006/relationships/slide" Target="/ppt/slides/slide7.xml" Id="R1ef35745380d42f3" /><Relationship Type="http://schemas.openxmlformats.org/officeDocument/2006/relationships/slide" Target="/ppt/slides/slide8.xml" Id="R53c4205f1b744066" /><Relationship Type="http://schemas.openxmlformats.org/officeDocument/2006/relationships/slide" Target="/ppt/slides/slide9.xml" Id="R5eaa0960415b4cf1" /><Relationship Type="http://schemas.openxmlformats.org/officeDocument/2006/relationships/slide" Target="/ppt/slides/slide10.xml" Id="R0a61337f3994473a" /><Relationship Type="http://schemas.openxmlformats.org/officeDocument/2006/relationships/slide" Target="/ppt/slides/slide11.xml" Id="Rd1bab3aafaa348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903e8aaa4c46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9f06c69a664140" /><Relationship Type="http://schemas.openxmlformats.org/officeDocument/2006/relationships/notesMaster" Target="/ppt/notesMasters/notesMaster1.xml" Id="Re4c899341abf4a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bf06886f4745b8" /><Relationship Type="http://schemas.openxmlformats.org/officeDocument/2006/relationships/notesMaster" Target="/ppt/notesMasters/notesMaster1.xml" Id="Rda8165bf010e47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09e60c84a04b34" /><Relationship Type="http://schemas.openxmlformats.org/officeDocument/2006/relationships/notesMaster" Target="/ppt/notesMasters/notesMaster1.xml" Id="R3a52bf70d15543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8935d775bb496b" /><Relationship Type="http://schemas.openxmlformats.org/officeDocument/2006/relationships/notesMaster" Target="/ppt/notesMasters/notesMaster1.xml" Id="R4d94e587c51346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9503769be74d50" /><Relationship Type="http://schemas.openxmlformats.org/officeDocument/2006/relationships/notesMaster" Target="/ppt/notesMasters/notesMaster1.xml" Id="Rba6f2e9f4fe74a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c8ac3479f8466c" /><Relationship Type="http://schemas.openxmlformats.org/officeDocument/2006/relationships/notesMaster" Target="/ppt/notesMasters/notesMaster1.xml" Id="R4c812688d70045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2594e290504872" /><Relationship Type="http://schemas.openxmlformats.org/officeDocument/2006/relationships/notesMaster" Target="/ppt/notesMasters/notesMaster1.xml" Id="Rc311a803f87249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a227229d6e45e6" /><Relationship Type="http://schemas.openxmlformats.org/officeDocument/2006/relationships/notesMaster" Target="/ppt/notesMasters/notesMaster1.xml" Id="Rc50cb66030bc4d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5841e78bbc4f4b" /><Relationship Type="http://schemas.openxmlformats.org/officeDocument/2006/relationships/notesMaster" Target="/ppt/notesMasters/notesMaster1.xml" Id="R0b3ecb1f45b044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de3506d3e640ad" /><Relationship Type="http://schemas.openxmlformats.org/officeDocument/2006/relationships/notesMaster" Target="/ppt/notesMasters/notesMaster1.xml" Id="Ra6beb148cf694f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0edeb198af415f" /><Relationship Type="http://schemas.openxmlformats.org/officeDocument/2006/relationships/notesMaster" Target="/ppt/notesMasters/notesMaster1.xml" Id="Rf71de55127ae43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public AI portfolio and Prompt Compass beta.3 release dated April 27, 2026. The image reformats an original May 2026 developer-authored regression fixture. It is a designed expected-result example, not a customer incident or independent effectiveness benchmark. Later local evaluation work is distinct from the April release. This project establishes working AI tool implementation; it is not an OnePay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OnePay customer task, grounded in Kyle’s Figma prototypes, documented interaction states and developer collaboration. This is not prior financial-product design, a released OnePay experience, or a measured product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d9230357a547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aa25f29c2d4629" /><Relationship Type="http://schemas.openxmlformats.org/officeDocument/2006/relationships/slideLayout" Target="/ppt/slideLayouts/slideLayout1.xml" Id="Ra5d3f178c3e64b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d3f178c3e64b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884c6d94474e31" /><Relationship Type="http://schemas.openxmlformats.org/officeDocument/2006/relationships/image" Target="/ppt/media/image.png" Id="R1908604db9be4f63" /><Relationship Type="http://schemas.openxmlformats.org/officeDocument/2006/relationships/notesSlide" Target="/ppt/notesSlides/notesSlide1.xml" Id="R8397fbe2ed7a4d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ff693705cb474f" /><Relationship Type="http://schemas.openxmlformats.org/officeDocument/2006/relationships/image" Target="/ppt/media/image2.png" Id="Rc9f27384550c479a" /><Relationship Type="http://schemas.openxmlformats.org/officeDocument/2006/relationships/notesSlide" Target="/ppt/notesSlides/notesSlide2.xml" Id="Rfbe65be6012541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98ffcb7b9945d0" /><Relationship Type="http://schemas.openxmlformats.org/officeDocument/2006/relationships/image" Target="/ppt/media/image3.png" Id="Rd184b683afd9488a" /><Relationship Type="http://schemas.openxmlformats.org/officeDocument/2006/relationships/notesSlide" Target="/ppt/notesSlides/notesSlide3.xml" Id="R009739caec9c41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ca86a1754d4088" /><Relationship Type="http://schemas.openxmlformats.org/officeDocument/2006/relationships/image" Target="/ppt/media/image4.png" Id="R38c34c91b7974261" /><Relationship Type="http://schemas.openxmlformats.org/officeDocument/2006/relationships/notesSlide" Target="/ppt/notesSlides/notesSlide4.xml" Id="R9604b970178447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2ea17557724ef3" /><Relationship Type="http://schemas.openxmlformats.org/officeDocument/2006/relationships/image" Target="/ppt/media/image5.png" Id="Rfaa3ba824e2b40fd" /><Relationship Type="http://schemas.openxmlformats.org/officeDocument/2006/relationships/image" Target="/ppt/media/image6.png" Id="R94ba7524fa954bca" /><Relationship Type="http://schemas.openxmlformats.org/officeDocument/2006/relationships/notesSlide" Target="/ppt/notesSlides/notesSlide5.xml" Id="R8488404407e74f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b7ce40457b24dff" /><Relationship Type="http://schemas.openxmlformats.org/officeDocument/2006/relationships/image" Target="/ppt/media/image7.png" Id="Rbc049cb2d7074638" /><Relationship Type="http://schemas.openxmlformats.org/officeDocument/2006/relationships/image" Target="/ppt/media/image8.png" Id="Rea404488a07d4861" /><Relationship Type="http://schemas.openxmlformats.org/officeDocument/2006/relationships/notesSlide" Target="/ppt/notesSlides/notesSlide6.xml" Id="R820aa8d2746a48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999aaadfdd40d5" /><Relationship Type="http://schemas.openxmlformats.org/officeDocument/2006/relationships/image" Target="/ppt/media/image9.png" Id="Rd93dd32f9e054436" /><Relationship Type="http://schemas.openxmlformats.org/officeDocument/2006/relationships/hyperlink" Target="https://github.com/JonathanKHobson/prompt-compass/releases/tag/v0.1.0-beta.3" TargetMode="External" Id="R4385e77a8fbf4f4d" /><Relationship Type="http://schemas.openxmlformats.org/officeDocument/2006/relationships/notesSlide" Target="/ppt/notesSlides/notesSlide7.xml" Id="R6f21b313fbe149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8e3132104b41a6" /><Relationship Type="http://schemas.openxmlformats.org/officeDocument/2006/relationships/image" Target="/ppt/media/image10.png" Id="R8184f3c4e09a4efe" /><Relationship Type="http://schemas.openxmlformats.org/officeDocument/2006/relationships/notesSlide" Target="/ppt/notesSlides/notesSlide8.xml" Id="Rcae05a70072542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9fe5deb0eb4f40" /><Relationship Type="http://schemas.openxmlformats.org/officeDocument/2006/relationships/image" Target="/ppt/media/image11.png" Id="R2a19a09290b74042" /><Relationship Type="http://schemas.openxmlformats.org/officeDocument/2006/relationships/image" Target="/ppt/media/image12.png" Id="Rb5f18ea12e394509" /><Relationship Type="http://schemas.openxmlformats.org/officeDocument/2006/relationships/image" Target="/ppt/media/image13.png" Id="R194bc03aaa45434b" /><Relationship Type="http://schemas.openxmlformats.org/officeDocument/2006/relationships/notesSlide" Target="/ppt/notesSlides/notesSlide9.xml" Id="Ra26a9697fdfd40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f1f979bc5624bb8" /><Relationship Type="http://schemas.openxmlformats.org/officeDocument/2006/relationships/image" Target="/ppt/media/image.jpeg" Id="R1113aea95180450f" /><Relationship Type="http://schemas.openxmlformats.org/officeDocument/2006/relationships/notesSlide" Target="/ppt/notesSlides/notesSlide10.xml" Id="R998f5da3df1a45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276c9b5a1845a4" /><Relationship Type="http://schemas.openxmlformats.org/officeDocument/2006/relationships/hyperlink" Target="mailto:JonathanKyleHobson@gmail.com" TargetMode="External" Id="Rdf9f019ffe65483e" /><Relationship Type="http://schemas.openxmlformats.org/officeDocument/2006/relationships/hyperlink" Target="https://jonathankhobson.github.io/application-portfolios/onepay-product-designer/" TargetMode="External" Id="Reb9671a768c84aa2" /><Relationship Type="http://schemas.openxmlformats.org/officeDocument/2006/relationships/notesSlide" Target="/ppt/notesSlides/notesSlide11.xml" Id="Rf3718c6143ff416b"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5DD777C2-5782-43A7-B151-25C3073E818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4BC4827F-F4AF-47B5-87BE-919CC33708E1}"/>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ONEPAY · PRODUCT DESIGNER</a:t>
            </a:r>
          </a:p>
        </p:txBody>
      </p:sp>
      <p:sp>
        <p:nvSpPr>
          <p:cNvPr id="3" name="headline">
            <a:extLst xmlns:a="http://schemas.openxmlformats.org/drawingml/2006/main">
              <a:ext uri="{FF2B5EF4-FFF2-40B4-BE49-F238E27FC236}">
                <a16:creationId xmlns:a16="http://schemas.microsoft.com/office/drawing/2014/main" id="{4D5F7741-8985-4A0D-BD16-23CABE40DFBE}"/>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choices.</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Context intact.</a:t>
            </a:r>
          </a:p>
        </p:txBody>
      </p:sp>
      <p:sp>
        <p:nvSpPr>
          <p:cNvPr id="4" name="cover-intro">
            <a:extLst xmlns:a="http://schemas.openxmlformats.org/drawingml/2006/main">
              <a:ext uri="{FF2B5EF4-FFF2-40B4-BE49-F238E27FC236}">
                <a16:creationId xmlns:a16="http://schemas.microsoft.com/office/drawing/2014/main" id="{D74183D7-DA05-4EC2-AA0F-C627C293CCF9}"/>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Mobile interactions, clear feedback,</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and working AI tools.</a:t>
            </a:r>
          </a:p>
        </p:txBody>
      </p:sp>
      <p:sp>
        <p:nvSpPr>
          <p:cNvPr id="5" name="cover-accent">
            <a:extLst xmlns:a="http://schemas.openxmlformats.org/drawingml/2006/main">
              <a:ext uri="{FF2B5EF4-FFF2-40B4-BE49-F238E27FC236}">
                <a16:creationId xmlns:a16="http://schemas.microsoft.com/office/drawing/2014/main" id="{A59FCE65-5257-4816-A057-421B1AB10B16}"/>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AA0FEC4E-F2A2-4EE8-BFBE-664993EAA367}"/>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OnePay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908604db9be4f63"/>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2084766639"/>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2D315600-7499-4C47-91F1-190CE136A17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5790210B-261A-40D8-AD1C-DA93EDD1BA7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90329A1C-4EBF-4ED6-8F98-F80A1B8F5E77}"/>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2A291F6C-1F35-4380-9D30-5A6F56E3180B}"/>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F8F45766-1C5B-4DA4-8E6B-704222AA6E3C}"/>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35741215-CA06-4583-92AE-5304A95021AE}"/>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9f27384550c479a"/>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59565233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2C91B47F-7BFE-4F1B-8390-D5D3B0D39A3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1A6725EE-1FE8-448C-855D-F5776D8564B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E3B11F4D-5798-4243-B8BD-4258EC720491}"/>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1AE30B97-1A52-456D-8EAE-64D583982898}"/>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45D7740C-2108-4ABA-AD76-D82682BE3D9E}"/>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184b683afd9488a"/>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3754B961-FA5D-44AC-80EA-2BF5ABC19D06}"/>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53013056"/>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ED672323-E1C5-4B4D-91DE-16D1B9AFA70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0FE48FC0-78FE-4C4B-911A-A700F96DC65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6955CE8B-3E49-4BA2-A570-2101E1C54B9B}"/>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3F12B0A9-4019-4D75-A359-33481370E321}"/>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111BE53D-4090-40CC-B96B-26419730643A}"/>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9D52C0D4-FBD5-435B-93DC-AE15D77FC4A9}"/>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65502A23-3829-41EB-8BE7-B1BE459AAFC0}"/>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BDFFF688-4574-4BAB-B8A9-365D5C9E8540}"/>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c34c91b7974261"/>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196065083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B9A58DBF-0D68-453C-8126-0B3CDE0535C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3A76210D-0079-41D2-9074-03F968D9011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DE268AED-CDDC-4B06-A02A-52E9F20585BF}"/>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2F1C8289-896F-4A2E-8C68-710322EE89DF}"/>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DDDC999E-503B-4D7F-8549-30FE603A3D98}"/>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aa3ba824e2b40fd"/>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7DE01E36-F1CB-4C41-B0B0-74083580845E}"/>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4ba7524fa954bca"/>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203022876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BDE8AD8F-A33A-4D7D-850A-124CE8D157E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0BDB73F0-5958-4810-96BB-1A6B9ED7F24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5B54E62D-EBD6-41C4-917C-B95F3F475538}"/>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B918C2A7-C982-40A2-8C05-559E468BBF63}"/>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0CF4DEC1-7FD5-48DD-97EF-01389EDC23BB}"/>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272DD374-D3CB-4DC5-B1E0-86DDA3660CC0}"/>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1BA41AEA-1965-4158-A5BE-EC03E9C41273}"/>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c049cb2d7074638"/>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a404488a07d486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951359082"/>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74CD0280-EE58-44FA-8F7D-1664D49FC4C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AD618776-7A81-48B4-B534-EB9D60BAE9E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INDEPENDENT PROJECT</a:t>
            </a:r>
          </a:p>
        </p:txBody>
      </p:sp>
      <p:sp>
        <p:nvSpPr>
          <p:cNvPr id="3" name="headline">
            <a:extLst xmlns:a="http://schemas.openxmlformats.org/drawingml/2006/main">
              <a:ext uri="{FF2B5EF4-FFF2-40B4-BE49-F238E27FC236}">
                <a16:creationId xmlns:a16="http://schemas.microsoft.com/office/drawing/2014/main" id="{FC7FA009-DCF9-4E2F-A626-4709F01656EF}"/>
              </a:ext>
            </a:extLst>
          </p:cNvPr>
          <p:cNvSpPr>
            <a:spLocks xmlns:a="http://schemas.openxmlformats.org/drawingml/2006/main" noGrp="1"/>
          </p:cNvSpPr>
          <p:nvPr/>
        </p:nvSpPr>
        <p:spPr>
          <a:xfrm xmlns:a="http://schemas.openxmlformats.org/drawingml/2006/main">
            <a:off x="609600" y="1123950"/>
            <a:ext cx="48006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Make the task</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explicit.</a:t>
            </a:r>
          </a:p>
        </p:txBody>
      </p:sp>
      <p:sp>
        <p:nvSpPr>
          <p:cNvPr id="4" name="tool-contribution">
            <a:extLst xmlns:a="http://schemas.openxmlformats.org/drawingml/2006/main">
              <a:ext uri="{FF2B5EF4-FFF2-40B4-BE49-F238E27FC236}">
                <a16:creationId xmlns:a16="http://schemas.microsoft.com/office/drawing/2014/main" id="{BE82A1E4-5101-4B27-9E8E-590500F54BB4}"/>
              </a:ext>
            </a:extLst>
          </p:cNvPr>
          <p:cNvSpPr>
            <a:spLocks xmlns:a="http://schemas.openxmlformats.org/drawingml/2006/main" noGrp="1"/>
          </p:cNvSpPr>
          <p:nvPr/>
        </p:nvSpPr>
        <p:spPr>
          <a:xfrm xmlns:a="http://schemas.openxmlformats.org/drawingml/2006/main">
            <a:off x="609600" y="3076575"/>
            <a:ext cx="43434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built and released a tool that helps an AI assistant inspect requirements and compare prompt versions.</a:t>
            </a:r>
          </a:p>
        </p:txBody>
      </p:sp>
      <p:sp>
        <p:nvSpPr>
          <p:cNvPr id="5" name="tool-boundary">
            <a:extLst xmlns:a="http://schemas.openxmlformats.org/drawingml/2006/main">
              <a:ext uri="{FF2B5EF4-FFF2-40B4-BE49-F238E27FC236}">
                <a16:creationId xmlns:a16="http://schemas.microsoft.com/office/drawing/2014/main" id="{B87E4FDA-11DD-4525-BFB8-D168B7627039}"/>
              </a:ext>
            </a:extLst>
          </p:cNvPr>
          <p:cNvSpPr>
            <a:spLocks xmlns:a="http://schemas.openxmlformats.org/drawingml/2006/main" noGrp="1"/>
          </p:cNvSpPr>
          <p:nvPr/>
        </p:nvSpPr>
        <p:spPr>
          <a:xfrm xmlns:a="http://schemas.openxmlformats.org/drawingml/2006/main">
            <a:off x="609600" y="4838700"/>
            <a:ext cx="43434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Public beta released April 2026.</a:t>
            </a:r>
          </a:p>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The pictured local test asks whether a rewrite preserves required output behavior.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93dd32f9e054436"/>
          <a:stretch xmlns:a="http://schemas.openxmlformats.org/drawingml/2006/main"/>
        </p:blipFill>
        <p:spPr>
          <a:xfrm xmlns:a="http://schemas.openxmlformats.org/drawingml/2006/main">
            <a:off x="5514975" y="1658112"/>
            <a:ext cx="6038850" cy="4589526"/>
          </a:xfrm>
          <a:prstGeom xmlns:a="http://schemas.openxmlformats.org/drawingml/2006/main" prst="rect">
            <a:avLst/>
          </a:prstGeom>
        </p:spPr>
      </p:pic>
      <p:sp>
        <p:nvSpPr>
          <p:cNvPr id="7" name="public-release-surface">
            <a:extLst xmlns:a="http://schemas.openxmlformats.org/drawingml/2006/main">
              <a:ext uri="{FF2B5EF4-FFF2-40B4-BE49-F238E27FC236}">
                <a16:creationId xmlns:a16="http://schemas.microsoft.com/office/drawing/2014/main" id="{E89D254C-0F45-4E36-9C5D-EAC715D1BC60}"/>
              </a:ext>
            </a:extLst>
          </p:cNvPr>
          <p:cNvSpPr>
            <a:spLocks xmlns:a="http://schemas.openxmlformats.org/drawingml/2006/main" noGrp="1"/>
          </p:cNvSpPr>
          <p:nvPr/>
        </p:nvSpPr>
        <p:spPr>
          <a:xfrm xmlns:a="http://schemas.openxmlformats.org/drawingml/2006/main">
            <a:off x="609600" y="6048375"/>
            <a:ext cx="3124200" cy="438150"/>
          </a:xfrm>
          <a:prstGeom xmlns:a="http://schemas.openxmlformats.org/drawingml/2006/main" prst="rect">
            <a:avLst/>
          </a:prstGeom>
          <a:solidFill xmlns:a="http://schemas.openxmlformats.org/drawingml/2006/main">
            <a:srgbClr val="244D3C"/>
          </a:solidFill>
          <a:ln xmlns:a="http://schemas.openxmlformats.org/drawingml/2006/main" w="0">
            <a:noFill/>
          </a:ln>
        </p:spPr>
      </p:sp>
      <p:sp>
        <p:nvSpPr>
          <p:cNvPr id="8" name="public-release">
            <a:extLst xmlns:a="http://schemas.openxmlformats.org/drawingml/2006/main">
              <a:ext uri="{FF2B5EF4-FFF2-40B4-BE49-F238E27FC236}">
                <a16:creationId xmlns:a16="http://schemas.microsoft.com/office/drawing/2014/main" id="{487B9466-7636-4DFA-A9A5-B59C839DC609}"/>
              </a:ext>
            </a:extLst>
          </p:cNvPr>
          <p:cNvSpPr>
            <a:spLocks xmlns:a="http://schemas.openxmlformats.org/drawingml/2006/main" noGrp="1"/>
          </p:cNvSpPr>
          <p:nvPr/>
        </p:nvSpPr>
        <p:spPr>
          <a:xfrm xmlns:a="http://schemas.openxmlformats.org/drawingml/2006/main">
            <a:off x="762000" y="61626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u="sng">
                <a:solidFill>
                  <a:srgbClr val="DBEB89"/>
                </a:solidFill>
                <a:latin typeface="Helvetica Neue"/>
                <a:ea typeface="Helvetica Neue"/>
                <a:cs typeface="Helvetica Neue"/>
              </a:defRPr>
            </a:pPr>
            <a:r>
              <a:rPr sz="1350" b="0" u="sng">
                <a:solidFill>
                  <a:srgbClr val="DBEB89"/>
                </a:solidFill>
                <a:latin typeface="Helvetica Neue"/>
                <a:ea typeface="Helvetica Neue"/>
                <a:cs typeface="Helvetica Neue"/>
                <a:hlinkClick xmlns:r="http://schemas.openxmlformats.org/officeDocument/2006/relationships" r:id="R4385e77a8fbf4f4d"/>
              </a:rPr>
              <a:t>Explore the public beta</a:t>
            </a:r>
          </a:p>
        </p:txBody>
      </p:sp>
    </p:spTree>
    <p:extLst>
      <p:ext uri="{BB962C8B-B14F-4D97-AF65-F5344CB8AC3E}">
        <p14:creationId xmlns:p14="http://schemas.microsoft.com/office/powerpoint/2010/main" val="749189337"/>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6BBD6A00-1F03-41A1-9ABD-03BF417009E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4751D4AF-9FF7-42A8-B6B9-6795F5C4C0B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B18740D4-DE9D-43E4-83D6-3E95BBBBB287}"/>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D67C8957-259A-46E8-A4F6-7B4653B8CC38}"/>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81C01C99-3344-427E-848A-BF246E028A40}"/>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45B12141-DEFA-46A8-A539-263846ACB3E2}"/>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184f3c4e09a4efe"/>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159189646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E306613F-A918-4C9A-A653-02749F2593EE}"/>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E8175E36-B0BF-4893-AA0A-D022CF310C3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C58A639B-0F21-4255-B9D8-1BDFCF08812F}"/>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44A30718-687F-4848-8422-6B33DB14DF90}"/>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FF1EC161-A90A-4619-9129-CCFB7AF285FB}"/>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649F1AC5-33A2-49DB-B53A-3D46EE1AA8AB}"/>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3166E5CD-E94E-4B3D-8658-08FE48CC384D}"/>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a19a09290b74042"/>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5f18ea12e394509"/>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FA246BA5-B969-4E27-9138-01F30414B303}"/>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4bc03aaa45434b"/>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54201E07-BAA6-4214-B5CC-0B2E88DF3525}"/>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674868660"/>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1F8A48B2-B6BE-4C02-A4E1-C91D6ECC31B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
        <p:nvSpPr>
          <p:cNvPr id="2" name="story-image-surface">
            <a:extLst xmlns:a="http://schemas.openxmlformats.org/drawingml/2006/main">
              <a:ext uri="{FF2B5EF4-FFF2-40B4-BE49-F238E27FC236}">
                <a16:creationId xmlns:a16="http://schemas.microsoft.com/office/drawing/2014/main" id="{F84D6C43-38F2-41A7-A825-E58D6C177A98}"/>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113aea95180450f"/>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0FD0B013-CF97-4AEE-8BA0-3B6E676CCE98}"/>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 PROPOSED APPROACH TO ONEPAY CUSTOMER TASKS</a:t>
            </a:r>
          </a:p>
        </p:txBody>
      </p:sp>
      <p:sp>
        <p:nvSpPr>
          <p:cNvPr id="5" name="headline">
            <a:extLst xmlns:a="http://schemas.openxmlformats.org/drawingml/2006/main">
              <a:ext uri="{FF2B5EF4-FFF2-40B4-BE49-F238E27FC236}">
                <a16:creationId xmlns:a16="http://schemas.microsoft.com/office/drawing/2014/main" id="{86A26C66-D5F5-47FF-A448-4E605F9BBA6C}"/>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Understand the action.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Make its state clear.</a:t>
            </a:r>
          </a:p>
        </p:txBody>
      </p:sp>
      <p:sp>
        <p:nvSpPr>
          <p:cNvPr id="6" name="story-documentary">
            <a:extLst xmlns:a="http://schemas.openxmlformats.org/drawingml/2006/main">
              <a:ext uri="{FF2B5EF4-FFF2-40B4-BE49-F238E27FC236}">
                <a16:creationId xmlns:a16="http://schemas.microsoft.com/office/drawing/2014/main" id="{7E29B21E-E4B3-4A4D-B8AC-48308290D269}"/>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what the customer is trying to do and the information needed to decide. Keep that context visible as the task changes.</a:t>
            </a:r>
          </a:p>
        </p:txBody>
      </p:sp>
      <p:sp>
        <p:nvSpPr>
          <p:cNvPr id="7" name="story-now">
            <a:extLst xmlns:a="http://schemas.openxmlformats.org/drawingml/2006/main">
              <a:ext uri="{FF2B5EF4-FFF2-40B4-BE49-F238E27FC236}">
                <a16:creationId xmlns:a16="http://schemas.microsoft.com/office/drawing/2014/main" id="{F010CF51-BBEA-4B5B-80A6-9EA2F0BC3DBB}"/>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test: can a customer explain the current state, what the next action changes, and how to recover if the task is interrupted?</a:t>
            </a:r>
          </a:p>
        </p:txBody>
      </p:sp>
      <p:sp>
        <p:nvSpPr>
          <p:cNvPr id="8" name="story-slide-number">
            <a:extLst xmlns:a="http://schemas.openxmlformats.org/drawingml/2006/main">
              <a:ext uri="{FF2B5EF4-FFF2-40B4-BE49-F238E27FC236}">
                <a16:creationId xmlns:a16="http://schemas.microsoft.com/office/drawing/2014/main" id="{0F0B7567-285F-4D63-BAD6-E4ABD3F0B643}"/>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662049699"/>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77BA6F7D-EE02-4AD5-AFF2-1BF944332BC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
        <p:nvSpPr>
          <p:cNvPr id="2" name="section-label">
            <a:extLst xmlns:a="http://schemas.openxmlformats.org/drawingml/2006/main">
              <a:ext uri="{FF2B5EF4-FFF2-40B4-BE49-F238E27FC236}">
                <a16:creationId xmlns:a16="http://schemas.microsoft.com/office/drawing/2014/main" id="{74EB0E42-CF0D-438F-B693-66FB0107C7B0}"/>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ONEPAY · PRODUCT DESIGNER</a:t>
            </a:r>
          </a:p>
        </p:txBody>
      </p:sp>
      <p:sp>
        <p:nvSpPr>
          <p:cNvPr id="3" name="headline">
            <a:extLst xmlns:a="http://schemas.openxmlformats.org/drawingml/2006/main">
              <a:ext uri="{FF2B5EF4-FFF2-40B4-BE49-F238E27FC236}">
                <a16:creationId xmlns:a16="http://schemas.microsoft.com/office/drawing/2014/main" id="{97268C93-CF22-48BF-B3CF-5358CC12DA4C}"/>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complex</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choices clearer</a:t>
            </a:r>
          </a:p>
        </p:txBody>
      </p:sp>
      <p:sp>
        <p:nvSpPr>
          <p:cNvPr id="4" name="contact-intent">
            <a:extLst xmlns:a="http://schemas.openxmlformats.org/drawingml/2006/main">
              <a:ext uri="{FF2B5EF4-FFF2-40B4-BE49-F238E27FC236}">
                <a16:creationId xmlns:a16="http://schemas.microsoft.com/office/drawing/2014/main" id="{C6577DDB-3939-4139-8753-5DA6E34C5036}"/>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OnePay’s Product Designer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B9ABC766-3463-4227-8117-29102F4CDA4A}"/>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df9f019ffe65483e"/>
              </a:rPr>
              <a:t>JonathanKyleHobson@gmail.com</a:t>
            </a:r>
          </a:p>
        </p:txBody>
      </p:sp>
      <p:sp>
        <p:nvSpPr>
          <p:cNvPr id="6" name="public-profile">
            <a:extLst xmlns:a="http://schemas.openxmlformats.org/drawingml/2006/main">
              <a:ext uri="{FF2B5EF4-FFF2-40B4-BE49-F238E27FC236}">
                <a16:creationId xmlns:a16="http://schemas.microsoft.com/office/drawing/2014/main" id="{3439F473-BF62-4150-A46C-40E9B56DA875}"/>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eb9671a768c84aa2"/>
              </a:rPr>
              <a:t>jonathankhobson.github.io/application-portfolios/onepay-product-designer</a:t>
            </a:r>
          </a:p>
        </p:txBody>
      </p:sp>
    </p:spTree>
    <p:extLst>
      <p:ext uri="{BB962C8B-B14F-4D97-AF65-F5344CB8AC3E}">
        <p14:creationId xmlns:p14="http://schemas.microsoft.com/office/powerpoint/2010/main" val="1208540301"/>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2026-09-08T18:50:30.2420000Z</dcterms:created>
  <dcterms:modified xsi:type="dcterms:W3CDTF">2026-09-08T18:50:30.2420000Z</dcterms:modified>
</coreProperties>
</file>